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61" r:id="rId4"/>
    <p:sldId id="265" r:id="rId5"/>
    <p:sldId id="267" r:id="rId6"/>
    <p:sldId id="268" r:id="rId7"/>
    <p:sldId id="266" r:id="rId8"/>
    <p:sldId id="260" r:id="rId9"/>
    <p:sldId id="262" r:id="rId10"/>
    <p:sldId id="269" r:id="rId11"/>
    <p:sldId id="270" r:id="rId12"/>
    <p:sldId id="271" r:id="rId13"/>
    <p:sldId id="264" r:id="rId14"/>
    <p:sldId id="263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126" y="9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5F4C51-36D5-415B-B8BB-EA5196A19D4B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C981E9-B8C7-41F4-B04E-CE170B020B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36340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6B949D-3D6A-D156-7C12-69AD5DC019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84E311-0433-226F-D737-B2D7319BC7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702CC9-3FE5-FB7F-6F00-3275667B9F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36C71-D02E-4259-B107-DAC2E9D785A6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387257-C457-68EC-BACF-A9C3C29960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B921CD-A9C0-11BF-DB7C-E03B44DAA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73B723-517D-4263-9068-8974B7E430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2073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D9B3C4-79BD-7BF1-D19F-9836A61EBB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ABB5E1-8615-0CF7-1B10-9117CED1DB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D1F37B-538A-9E74-0574-8005D278D8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36C71-D02E-4259-B107-DAC2E9D785A6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292695-1998-32CE-88C1-A98F9C3FBC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6C04F8-CF37-968B-9CDA-D298E7A8E8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73B723-517D-4263-9068-8974B7E430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05177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BFE10-7D80-69E6-4C5D-64C18BF6D3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3954D9-3491-086C-2A9D-49DE81385A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525B0D-E1CC-F200-83FC-AB722782F4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36C71-D02E-4259-B107-DAC2E9D785A6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F39BB9-293A-EC15-6B3F-5DFFF20A2C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E5FAEF-F962-947F-68FD-1C13AF707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73B723-517D-4263-9068-8974B7E430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26267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7B6B2B-836C-20AC-8AC0-5052D40DC0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5B5E0C-3EC5-0466-2666-9F16D4035F6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604320-A4F8-1A95-6676-D94746AE3F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1DF223-A094-997D-CD76-2C3FD5551A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36C71-D02E-4259-B107-DAC2E9D785A6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4AA434-5E74-6E32-8B61-722AAA4EE0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C75F24-00D4-F027-A344-58E53758AB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73B723-517D-4263-9068-8974B7E430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75757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28CE73-FD58-465F-1C2C-3512853C3A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D5E1AF-6914-172B-52D3-63F66A05FA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FE3C44-F5F0-1BA0-74F1-938922C4FE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15555F1-4D23-05B6-10E2-9AC7699574F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F44E13F-9E58-B883-C795-0F705E633AB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D2E0C8E-6F88-F50F-324F-D5F7B7149E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36C71-D02E-4259-B107-DAC2E9D785A6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161AD6A-7B2D-EF68-8798-20BC29D118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F4C6C39-F150-B120-256F-76A126373D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73B723-517D-4263-9068-8974B7E430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1796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782092-2539-6006-2496-ADDCDDC87C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CC8CF24-17B2-9483-AC58-73DBB5C39E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36C71-D02E-4259-B107-DAC2E9D785A6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93DB09-C633-FD77-4DE0-C2DC2AA5C0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6C4E19E-7A1C-E7A7-AA00-3C75C35C64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73B723-517D-4263-9068-8974B7E430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48001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719C457-6CF6-F78B-1EAD-AA818139E5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36C71-D02E-4259-B107-DAC2E9D785A6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D54B194-5B67-25DB-D845-6057495A44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9BB343-912E-CA1E-8829-DA67EBA82A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73B723-517D-4263-9068-8974B7E430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80353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BFA521-5435-621C-2824-B330578FDC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E71B86-2358-8D20-63AA-B301E72B86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0694FC7-9B62-9360-9E07-0E5CC16E5D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D4FA37-A7D0-973D-AF18-EE2D64C1D9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36C71-D02E-4259-B107-DAC2E9D785A6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DEBF1C-F489-4015-6B5C-548FBA6927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429D18-6C25-6CEF-DC8B-C60E55C9D4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73B723-517D-4263-9068-8974B7E430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42560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AC5852-B8BE-7099-5698-EE35739B88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06E3763-0919-6223-4262-5C3663ECFF5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DF6624-BD14-B823-043E-E38F48E0DF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C1B169-2B35-BE64-3523-8E5B704E79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36C71-D02E-4259-B107-DAC2E9D785A6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6BF63B-2AC7-A78F-C6F5-B6B9C3FAE9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49C510-B7F1-BF4F-091F-1E1F14228F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73B723-517D-4263-9068-8974B7E430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38364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85FEB7-F0DC-9253-C865-51CF3FDA58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749BA3-82BD-63BD-1C59-BE657C7CAE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58451C-7B8D-A630-4635-804F0AC585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36C71-D02E-4259-B107-DAC2E9D785A6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5744D-D273-48C5-7470-1CDEAED613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7885BA-04D4-2940-3125-62A0623FE7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73B723-517D-4263-9068-8974B7E430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56919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73B97F7-408A-AA68-B93F-5ECF5A67BBF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009703-2E2B-F277-AF4F-9FB078E455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C1B6CE-6FDF-D0B6-1D21-E6CCAC84D8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36C71-D02E-4259-B107-DAC2E9D785A6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944712-9C0E-E8FE-33D5-5A3F17ACA7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4E04B3-98A7-069D-631A-03011836CF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73B723-517D-4263-9068-8974B7E430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3849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77AEC08-6CD5-DF7D-1473-120DC1A7B5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A5C82D-7010-AA46-3A16-DC27ED76B1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C79930-9D54-309D-E401-A4FD8B380D9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0E36C71-D02E-4259-B107-DAC2E9D785A6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E53D69-D411-925B-1070-2492990468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585D6B-10CF-A36D-458B-088AC8D5B1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973B723-517D-4263-9068-8974B7E430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58284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7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jp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39791-FF1D-B770-88E8-18FA8C5155A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Building 917 Reference Photos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CB7C89F7-31A5-B804-8887-6F246F09885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Photos of the Aircrew Facility (building 917)</a:t>
            </a:r>
          </a:p>
        </p:txBody>
      </p:sp>
    </p:spTree>
    <p:extLst>
      <p:ext uri="{BB962C8B-B14F-4D97-AF65-F5344CB8AC3E}">
        <p14:creationId xmlns:p14="http://schemas.microsoft.com/office/powerpoint/2010/main" val="41628843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 descr="A picture containing outdoor, sky, building, street&#10;&#10;AI-generated content may be incorrect.">
            <a:extLst>
              <a:ext uri="{FF2B5EF4-FFF2-40B4-BE49-F238E27FC236}">
                <a16:creationId xmlns:a16="http://schemas.microsoft.com/office/drawing/2014/main" id="{726836AE-6628-C1AA-1EDE-8031E783277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171" b="15829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37C89E4B-3C9F-44B9-8B86-D9E3D112D8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28852"/>
            <a:ext cx="12192000" cy="736551"/>
          </a:xfrm>
          <a:prstGeom prst="rect">
            <a:avLst/>
          </a:prstGeom>
          <a:solidFill>
            <a:schemeClr val="bg1">
              <a:alpha val="9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7BF654-A213-D66B-63FF-8BDA55E6DA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3875" y="425950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Outside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AA2EAA10-076F-46BD-8F0F-B9A2FB77A8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350693"/>
            <a:ext cx="12192000" cy="0"/>
          </a:xfrm>
          <a:prstGeom prst="line">
            <a:avLst/>
          </a:prstGeom>
          <a:ln w="41275">
            <a:solidFill>
              <a:schemeClr val="bg1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D891E407-403B-4764-86C9-33A56D3BCA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1243562"/>
            <a:ext cx="12192000" cy="0"/>
          </a:xfrm>
          <a:prstGeom prst="line">
            <a:avLst/>
          </a:prstGeom>
          <a:ln w="41275">
            <a:solidFill>
              <a:schemeClr val="bg1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778074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A3FAE97E-31C9-14ED-2E47-10ACAC9B40F3}"/>
              </a:ext>
            </a:extLst>
          </p:cNvPr>
          <p:cNvSpPr txBox="1">
            <a:spLocks/>
          </p:cNvSpPr>
          <p:nvPr/>
        </p:nvSpPr>
        <p:spPr>
          <a:xfrm>
            <a:off x="908454" y="1360481"/>
            <a:ext cx="4605340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5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5000" baseline="3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</a:t>
            </a:r>
            <a:r>
              <a:rPr lang="en-US" sz="5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Floor; Entrance </a:t>
            </a:r>
          </a:p>
        </p:txBody>
      </p:sp>
      <p:pic>
        <p:nvPicPr>
          <p:cNvPr id="5" name="Content Placeholder 4" descr="A picture containing wall, indoor, floor, building&#10;&#10;AI-generated content may be incorrect.">
            <a:extLst>
              <a:ext uri="{FF2B5EF4-FFF2-40B4-BE49-F238E27FC236}">
                <a16:creationId xmlns:a16="http://schemas.microsoft.com/office/drawing/2014/main" id="{32ECE8A6-20AB-A172-FF32-8C6FF9CA8450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4"/>
          <a:stretch>
            <a:fillRect/>
          </a:stretch>
        </p:blipFill>
        <p:spPr>
          <a:xfrm>
            <a:off x="6172200" y="0"/>
            <a:ext cx="5129736" cy="686740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C03EFEC0-70F1-00D7-A159-2F77EC299208}"/>
              </a:ext>
            </a:extLst>
          </p:cNvPr>
          <p:cNvSpPr/>
          <p:nvPr/>
        </p:nvSpPr>
        <p:spPr>
          <a:xfrm>
            <a:off x="0" y="0"/>
            <a:ext cx="6172200" cy="6867408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40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Floor; entrance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823D99D-1A96-270D-6AB2-84FF11853C23}"/>
              </a:ext>
            </a:extLst>
          </p:cNvPr>
          <p:cNvSpPr/>
          <p:nvPr/>
        </p:nvSpPr>
        <p:spPr>
          <a:xfrm>
            <a:off x="11301935" y="0"/>
            <a:ext cx="890065" cy="6867408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38574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B5DB2A-396B-AAA3-78F9-D0E6D8CEA3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710446A-E5EB-8E50-7B9B-AFA06AC0C517}"/>
              </a:ext>
            </a:extLst>
          </p:cNvPr>
          <p:cNvSpPr txBox="1">
            <a:spLocks/>
          </p:cNvSpPr>
          <p:nvPr/>
        </p:nvSpPr>
        <p:spPr>
          <a:xfrm>
            <a:off x="908454" y="1360481"/>
            <a:ext cx="4605340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5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5000" baseline="3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</a:t>
            </a:r>
            <a:r>
              <a:rPr lang="en-US" sz="5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Floor; Entrance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B1742B8-E869-8E43-04BF-B2C3CF703BBF}"/>
              </a:ext>
            </a:extLst>
          </p:cNvPr>
          <p:cNvSpPr/>
          <p:nvPr/>
        </p:nvSpPr>
        <p:spPr>
          <a:xfrm>
            <a:off x="0" y="0"/>
            <a:ext cx="6172200" cy="6867408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40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Floor; Communication Room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C584ABA-BA95-271B-6229-F70BDCC547E0}"/>
              </a:ext>
            </a:extLst>
          </p:cNvPr>
          <p:cNvSpPr/>
          <p:nvPr/>
        </p:nvSpPr>
        <p:spPr>
          <a:xfrm>
            <a:off x="11301935" y="0"/>
            <a:ext cx="890065" cy="6867408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 descr="A picture containing wall, indoor, window, bedroom&#10;&#10;AI-generated content may be incorrect.">
            <a:extLst>
              <a:ext uri="{FF2B5EF4-FFF2-40B4-BE49-F238E27FC236}">
                <a16:creationId xmlns:a16="http://schemas.microsoft.com/office/drawing/2014/main" id="{CF120CAB-AA24-6F62-B4E0-F3359CD12F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9408"/>
            <a:ext cx="51435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62050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247F4E-F2C7-B36A-7CE6-9F205ACF2D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81BDE87-2E2D-70E7-F5BD-AAD7D100CB28}"/>
              </a:ext>
            </a:extLst>
          </p:cNvPr>
          <p:cNvSpPr txBox="1">
            <a:spLocks/>
          </p:cNvSpPr>
          <p:nvPr/>
        </p:nvSpPr>
        <p:spPr>
          <a:xfrm>
            <a:off x="908454" y="1360481"/>
            <a:ext cx="4605340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5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5000" baseline="3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</a:t>
            </a:r>
            <a:r>
              <a:rPr lang="en-US" sz="5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Floor; Entrance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FCABBB7-64AD-1327-5AB9-C8A3FFAAAE23}"/>
              </a:ext>
            </a:extLst>
          </p:cNvPr>
          <p:cNvSpPr/>
          <p:nvPr/>
        </p:nvSpPr>
        <p:spPr>
          <a:xfrm>
            <a:off x="0" y="0"/>
            <a:ext cx="6172200" cy="6867408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Linen Room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7362107-5233-A13E-9E1B-AF65C1CA01A4}"/>
              </a:ext>
            </a:extLst>
          </p:cNvPr>
          <p:cNvSpPr/>
          <p:nvPr/>
        </p:nvSpPr>
        <p:spPr>
          <a:xfrm>
            <a:off x="11301935" y="0"/>
            <a:ext cx="890065" cy="6867408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 descr="A picture containing indoor, floor, wall, building&#10;&#10;AI-generated content may be incorrect.">
            <a:extLst>
              <a:ext uri="{FF2B5EF4-FFF2-40B4-BE49-F238E27FC236}">
                <a16:creationId xmlns:a16="http://schemas.microsoft.com/office/drawing/2014/main" id="{D7C56846-6F75-4865-5A8C-03E92C27E7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3923" y="0"/>
            <a:ext cx="51435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95881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6F758F-AC4C-7077-D425-A614F92997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A5FF2067-F5AF-30A9-94A3-B8BAFBC6DAAF}"/>
              </a:ext>
            </a:extLst>
          </p:cNvPr>
          <p:cNvSpPr txBox="1">
            <a:spLocks/>
          </p:cNvSpPr>
          <p:nvPr/>
        </p:nvSpPr>
        <p:spPr>
          <a:xfrm>
            <a:off x="908454" y="1360481"/>
            <a:ext cx="4605340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5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5000" baseline="3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</a:t>
            </a:r>
            <a:r>
              <a:rPr lang="en-US" sz="5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Floor; Entrance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E6219D1-0EE3-DD12-B067-50C18CAA8F49}"/>
              </a:ext>
            </a:extLst>
          </p:cNvPr>
          <p:cNvSpPr/>
          <p:nvPr/>
        </p:nvSpPr>
        <p:spPr>
          <a:xfrm>
            <a:off x="0" y="0"/>
            <a:ext cx="6172200" cy="6867408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Linen Room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5C43ACE-E3A5-95F2-10C6-5D94339F015B}"/>
              </a:ext>
            </a:extLst>
          </p:cNvPr>
          <p:cNvSpPr/>
          <p:nvPr/>
        </p:nvSpPr>
        <p:spPr>
          <a:xfrm>
            <a:off x="11301935" y="0"/>
            <a:ext cx="890065" cy="6867408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 descr="A picture containing indoor, floor, wall, ceiling&#10;&#10;AI-generated content may be incorrect.">
            <a:extLst>
              <a:ext uri="{FF2B5EF4-FFF2-40B4-BE49-F238E27FC236}">
                <a16:creationId xmlns:a16="http://schemas.microsoft.com/office/drawing/2014/main" id="{EFDE16F1-EF7D-535C-3B92-0F0DE1DDB1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0"/>
            <a:ext cx="5150556" cy="6867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46827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CCE2D9B-1BE7-5CFF-27C0-F23A0FF472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Content Placeholder 12" descr="A picture containing floor, indoor, ceiling, wall&#10;&#10;AI-generated content may be incorrect.">
            <a:extLst>
              <a:ext uri="{FF2B5EF4-FFF2-40B4-BE49-F238E27FC236}">
                <a16:creationId xmlns:a16="http://schemas.microsoft.com/office/drawing/2014/main" id="{B948AE30-473E-85CA-6E4A-E13CE16BE8B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188" y="0"/>
            <a:ext cx="5143500" cy="6858000"/>
          </a:xfrm>
        </p:spPr>
      </p:pic>
      <p:pic>
        <p:nvPicPr>
          <p:cNvPr id="15" name="Picture 14" descr="A picture containing floor, indoor, ceiling&#10;&#10;AI-generated content may be incorrect.">
            <a:extLst>
              <a:ext uri="{FF2B5EF4-FFF2-40B4-BE49-F238E27FC236}">
                <a16:creationId xmlns:a16="http://schemas.microsoft.com/office/drawing/2014/main" id="{A0CC08AF-8DDC-061D-B972-0B2D1B1E1DF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95312" y="0"/>
            <a:ext cx="5143500" cy="6858000"/>
          </a:xfrm>
          <a:prstGeom prst="rect">
            <a:avLst/>
          </a:prstGeom>
        </p:spPr>
      </p:pic>
      <p:sp>
        <p:nvSpPr>
          <p:cNvPr id="39" name="Rectangle 38">
            <a:extLst>
              <a:ext uri="{FF2B5EF4-FFF2-40B4-BE49-F238E27FC236}">
                <a16:creationId xmlns:a16="http://schemas.microsoft.com/office/drawing/2014/main" id="{12E1BA42-FEFB-40B4-8895-1277B8963991}"/>
              </a:ext>
            </a:extLst>
          </p:cNvPr>
          <p:cNvSpPr/>
          <p:nvPr/>
        </p:nvSpPr>
        <p:spPr>
          <a:xfrm>
            <a:off x="5468815" y="0"/>
            <a:ext cx="1239716" cy="68580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05A93B1-9AFF-3B69-658D-953E07967FC1}"/>
              </a:ext>
            </a:extLst>
          </p:cNvPr>
          <p:cNvSpPr txBox="1"/>
          <p:nvPr/>
        </p:nvSpPr>
        <p:spPr>
          <a:xfrm>
            <a:off x="5553808" y="140677"/>
            <a:ext cx="115472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1</a:t>
            </a:r>
            <a:r>
              <a:rPr lang="en-US" sz="2000" baseline="30000" dirty="0">
                <a:solidFill>
                  <a:schemeClr val="bg1"/>
                </a:solidFill>
              </a:rPr>
              <a:t>st</a:t>
            </a:r>
            <a:r>
              <a:rPr lang="en-US" sz="2000" dirty="0">
                <a:solidFill>
                  <a:schemeClr val="bg1"/>
                </a:solidFill>
              </a:rPr>
              <a:t> Floor; Storage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92006895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7E734232-46A8-4884-9A59-B7E3BA4BC3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 descr="A picture containing indoor, wall, floor&#10;&#10;AI-generated content may be incorrect.">
            <a:extLst>
              <a:ext uri="{FF2B5EF4-FFF2-40B4-BE49-F238E27FC236}">
                <a16:creationId xmlns:a16="http://schemas.microsoft.com/office/drawing/2014/main" id="{CD670F90-FD23-4D38-35E3-8DEF40B60A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096"/>
          <a:stretch>
            <a:fillRect/>
          </a:stretch>
        </p:blipFill>
        <p:spPr>
          <a:xfrm>
            <a:off x="1" y="1"/>
            <a:ext cx="4038603" cy="5271924"/>
          </a:xfrm>
          <a:prstGeom prst="rect">
            <a:avLst/>
          </a:prstGeom>
        </p:spPr>
      </p:pic>
      <p:pic>
        <p:nvPicPr>
          <p:cNvPr id="11" name="Content Placeholder 10" descr="A picture containing indoor, floor, wall, toilet&#10;&#10;AI-generated content may be incorrect.">
            <a:extLst>
              <a:ext uri="{FF2B5EF4-FFF2-40B4-BE49-F238E27FC236}">
                <a16:creationId xmlns:a16="http://schemas.microsoft.com/office/drawing/2014/main" id="{AF2E8498-4026-D97E-D4AD-B1DBEFC65D0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32" b="2379"/>
          <a:stretch>
            <a:fillRect/>
          </a:stretch>
        </p:blipFill>
        <p:spPr>
          <a:xfrm>
            <a:off x="4038600" y="1"/>
            <a:ext cx="4076700" cy="5271924"/>
          </a:xfrm>
          <a:prstGeom prst="rect">
            <a:avLst/>
          </a:prstGeom>
        </p:spPr>
      </p:pic>
      <p:pic>
        <p:nvPicPr>
          <p:cNvPr id="13" name="Picture 12" descr="A picture containing indoor, floor, wall, ceiling&#10;&#10;AI-generated content may be incorrect.">
            <a:extLst>
              <a:ext uri="{FF2B5EF4-FFF2-40B4-BE49-F238E27FC236}">
                <a16:creationId xmlns:a16="http://schemas.microsoft.com/office/drawing/2014/main" id="{588E7E7B-64E6-81B4-AB28-0CE2A25AB96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011"/>
          <a:stretch>
            <a:fillRect/>
          </a:stretch>
        </p:blipFill>
        <p:spPr>
          <a:xfrm>
            <a:off x="8115292" y="1"/>
            <a:ext cx="4076700" cy="5271924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D346B8D2-3218-41A5-B817-9ABFB108C6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5260724"/>
            <a:ext cx="12191998" cy="1595775"/>
          </a:xfrm>
          <a:prstGeom prst="rect">
            <a:avLst/>
          </a:prstGeom>
          <a:gradFill>
            <a:gsLst>
              <a:gs pos="34000">
                <a:srgbClr val="000000">
                  <a:alpha val="96000"/>
                </a:srgbClr>
              </a:gs>
              <a:gs pos="100000">
                <a:schemeClr val="accent1"/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1E014CA-4279-4E70-AC56-0BBEBF92C2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5262225"/>
            <a:ext cx="8115300" cy="1594275"/>
          </a:xfrm>
          <a:prstGeom prst="rect">
            <a:avLst/>
          </a:prstGeom>
          <a:gradFill>
            <a:gsLst>
              <a:gs pos="28000">
                <a:schemeClr val="accent1">
                  <a:lumMod val="75000"/>
                  <a:alpha val="59000"/>
                </a:schemeClr>
              </a:gs>
              <a:gs pos="100000">
                <a:srgbClr val="000000">
                  <a:alpha val="70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8B3DCF8-9D1E-4907-B1EC-98D11BC16F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636" y="5262226"/>
            <a:ext cx="12196636" cy="1594274"/>
          </a:xfrm>
          <a:prstGeom prst="rect">
            <a:avLst/>
          </a:prstGeom>
          <a:gradFill>
            <a:gsLst>
              <a:gs pos="0">
                <a:srgbClr val="000000">
                  <a:alpha val="71765"/>
                </a:srgbClr>
              </a:gs>
              <a:gs pos="100000">
                <a:schemeClr val="accent1">
                  <a:alpha val="24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8D6B9EF-FF47-487C-8B82-F9F2B9A54A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6" y="5262224"/>
            <a:ext cx="4076697" cy="1594275"/>
          </a:xfrm>
          <a:prstGeom prst="rect">
            <a:avLst/>
          </a:prstGeom>
          <a:gradFill>
            <a:gsLst>
              <a:gs pos="19000">
                <a:srgbClr val="000000">
                  <a:alpha val="62000"/>
                </a:srgbClr>
              </a:gs>
              <a:gs pos="100000">
                <a:schemeClr val="accent1">
                  <a:lumMod val="75000"/>
                  <a:alpha val="44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717D090-7948-433A-AED2-EA1A98E6F0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5291050" y="-40689"/>
            <a:ext cx="1594274" cy="12192000"/>
          </a:xfrm>
          <a:prstGeom prst="rect">
            <a:avLst/>
          </a:prstGeom>
          <a:gradFill>
            <a:gsLst>
              <a:gs pos="16000">
                <a:schemeClr val="accent1">
                  <a:alpha val="0"/>
                </a:schemeClr>
              </a:gs>
              <a:gs pos="99000">
                <a:srgbClr val="000000">
                  <a:alpha val="70000"/>
                </a:srgb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D618C3E8-8260-4E23-8BA1-C2C3E80BEF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64" y="5282206"/>
            <a:ext cx="12192264" cy="1153314"/>
          </a:xfrm>
          <a:prstGeom prst="rect">
            <a:avLst/>
          </a:prstGeom>
          <a:gradFill>
            <a:gsLst>
              <a:gs pos="28000">
                <a:schemeClr val="accent1">
                  <a:lumMod val="75000"/>
                  <a:alpha val="11000"/>
                </a:schemeClr>
              </a:gs>
              <a:gs pos="100000">
                <a:schemeClr val="accent1">
                  <a:alpha val="26000"/>
                </a:schemeClr>
              </a:gs>
            </a:gsLst>
            <a:lin ang="12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C2207A0-445B-F04A-AED5-D817AE47CFCD}"/>
              </a:ext>
            </a:extLst>
          </p:cNvPr>
          <p:cNvSpPr/>
          <p:nvPr/>
        </p:nvSpPr>
        <p:spPr>
          <a:xfrm>
            <a:off x="-7814" y="5258173"/>
            <a:ext cx="12199814" cy="1599827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40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Floor; Laundry Room</a:t>
            </a:r>
          </a:p>
        </p:txBody>
      </p:sp>
    </p:spTree>
    <p:extLst>
      <p:ext uri="{BB962C8B-B14F-4D97-AF65-F5344CB8AC3E}">
        <p14:creationId xmlns:p14="http://schemas.microsoft.com/office/powerpoint/2010/main" val="17107705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F630EE-D184-E9B1-67C3-F348F5247B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F6A1BDC9-4499-4D6D-A562-2A8A6BC40674}"/>
              </a:ext>
            </a:extLst>
          </p:cNvPr>
          <p:cNvSpPr txBox="1">
            <a:spLocks/>
          </p:cNvSpPr>
          <p:nvPr/>
        </p:nvSpPr>
        <p:spPr>
          <a:xfrm>
            <a:off x="908454" y="1360481"/>
            <a:ext cx="4605340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5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5000" baseline="3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</a:t>
            </a:r>
            <a:r>
              <a:rPr lang="en-US" sz="5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Floor; Entrance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3944D18-9F55-E0AB-B552-F782ADF61090}"/>
              </a:ext>
            </a:extLst>
          </p:cNvPr>
          <p:cNvSpPr/>
          <p:nvPr/>
        </p:nvSpPr>
        <p:spPr>
          <a:xfrm>
            <a:off x="0" y="0"/>
            <a:ext cx="6172200" cy="6867408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Room</a:t>
            </a:r>
            <a:b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(example 1)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8A5B88C-466A-57EB-854C-E9E6014E82B6}"/>
              </a:ext>
            </a:extLst>
          </p:cNvPr>
          <p:cNvSpPr/>
          <p:nvPr/>
        </p:nvSpPr>
        <p:spPr>
          <a:xfrm>
            <a:off x="11301935" y="0"/>
            <a:ext cx="890065" cy="6867408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 descr="A bedroom with a bed and a table&#10;&#10;AI-generated content may be incorrect.">
            <a:extLst>
              <a:ext uri="{FF2B5EF4-FFF2-40B4-BE49-F238E27FC236}">
                <a16:creationId xmlns:a16="http://schemas.microsoft.com/office/drawing/2014/main" id="{FC66DB45-6408-2065-A121-87C36D1D09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0"/>
            <a:ext cx="51435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88538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76AE79-86E4-CDD9-EF3F-FD02BF9893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A331123-1050-5722-8711-B2382F7DA8EF}"/>
              </a:ext>
            </a:extLst>
          </p:cNvPr>
          <p:cNvSpPr txBox="1">
            <a:spLocks/>
          </p:cNvSpPr>
          <p:nvPr/>
        </p:nvSpPr>
        <p:spPr>
          <a:xfrm>
            <a:off x="908454" y="1360481"/>
            <a:ext cx="4605340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5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5000" baseline="3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</a:t>
            </a:r>
            <a:r>
              <a:rPr lang="en-US" sz="5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Floor; Entrance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2C760B7-4223-E49C-340C-2B92EB7DAE35}"/>
              </a:ext>
            </a:extLst>
          </p:cNvPr>
          <p:cNvSpPr/>
          <p:nvPr/>
        </p:nvSpPr>
        <p:spPr>
          <a:xfrm>
            <a:off x="0" y="0"/>
            <a:ext cx="6172200" cy="6867408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Room</a:t>
            </a:r>
            <a:b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(example 2)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E96520C-9DBF-D0CC-22A3-4CA1DF0D48E6}"/>
              </a:ext>
            </a:extLst>
          </p:cNvPr>
          <p:cNvSpPr/>
          <p:nvPr/>
        </p:nvSpPr>
        <p:spPr>
          <a:xfrm>
            <a:off x="11301935" y="0"/>
            <a:ext cx="890065" cy="6867408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 descr="A picture containing indoor, floor, wall, ceiling&#10;&#10;AI-generated content may be incorrect.">
            <a:extLst>
              <a:ext uri="{FF2B5EF4-FFF2-40B4-BE49-F238E27FC236}">
                <a16:creationId xmlns:a16="http://schemas.microsoft.com/office/drawing/2014/main" id="{85CEEFC0-F674-E6B9-CA3E-C336A2A374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0"/>
            <a:ext cx="5187546" cy="6916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01499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2E072D-9B5B-57EF-0C81-FDED02D957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5DBD41F-A002-8C65-2C94-057CDEF81847}"/>
              </a:ext>
            </a:extLst>
          </p:cNvPr>
          <p:cNvSpPr txBox="1">
            <a:spLocks/>
          </p:cNvSpPr>
          <p:nvPr/>
        </p:nvSpPr>
        <p:spPr>
          <a:xfrm>
            <a:off x="908454" y="1360481"/>
            <a:ext cx="4605340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5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5000" baseline="3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</a:t>
            </a:r>
            <a:r>
              <a:rPr lang="en-US" sz="5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Floor; Entrance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04B5D01-18B7-6A75-D001-F65993533352}"/>
              </a:ext>
            </a:extLst>
          </p:cNvPr>
          <p:cNvSpPr/>
          <p:nvPr/>
        </p:nvSpPr>
        <p:spPr>
          <a:xfrm>
            <a:off x="0" y="0"/>
            <a:ext cx="6172200" cy="6867408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Suite Living Quarter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44F65AD-1D71-AEEA-D079-653E37B3E7F6}"/>
              </a:ext>
            </a:extLst>
          </p:cNvPr>
          <p:cNvSpPr/>
          <p:nvPr/>
        </p:nvSpPr>
        <p:spPr>
          <a:xfrm>
            <a:off x="11301935" y="0"/>
            <a:ext cx="890065" cy="6867408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 descr="A picture containing floor, indoor, wall, room&#10;&#10;AI-generated content may be incorrect.">
            <a:extLst>
              <a:ext uri="{FF2B5EF4-FFF2-40B4-BE49-F238E27FC236}">
                <a16:creationId xmlns:a16="http://schemas.microsoft.com/office/drawing/2014/main" id="{578555CA-B245-A243-9FF2-CB65AE8E92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0046" y="0"/>
            <a:ext cx="51435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48427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62520A-AD65-74E1-AF5B-181685A0FB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1C70CB8D-5B55-E53E-AB79-A051CB4F80C9}"/>
              </a:ext>
            </a:extLst>
          </p:cNvPr>
          <p:cNvSpPr txBox="1">
            <a:spLocks/>
          </p:cNvSpPr>
          <p:nvPr/>
        </p:nvSpPr>
        <p:spPr>
          <a:xfrm>
            <a:off x="908454" y="1360481"/>
            <a:ext cx="4605340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5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5000" baseline="3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</a:t>
            </a:r>
            <a:r>
              <a:rPr lang="en-US" sz="5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Floor; Entrance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837B83F-17AF-F602-4953-8A846C217C56}"/>
              </a:ext>
            </a:extLst>
          </p:cNvPr>
          <p:cNvSpPr/>
          <p:nvPr/>
        </p:nvSpPr>
        <p:spPr>
          <a:xfrm>
            <a:off x="0" y="0"/>
            <a:ext cx="6172200" cy="6867408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40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Floor;</a:t>
            </a:r>
          </a:p>
          <a:p>
            <a:pPr algn="ctr"/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Hallway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3AE0DAC-39C5-3AA4-3AFE-7CFD2E7568C2}"/>
              </a:ext>
            </a:extLst>
          </p:cNvPr>
          <p:cNvSpPr/>
          <p:nvPr/>
        </p:nvSpPr>
        <p:spPr>
          <a:xfrm>
            <a:off x="11301935" y="0"/>
            <a:ext cx="890065" cy="6867408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 descr="A picture containing indoor, floor, wall&#10;&#10;AI-generated content may be incorrect.">
            <a:extLst>
              <a:ext uri="{FF2B5EF4-FFF2-40B4-BE49-F238E27FC236}">
                <a16:creationId xmlns:a16="http://schemas.microsoft.com/office/drawing/2014/main" id="{E9E2C423-7E8C-3DA0-1B68-7481085934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0"/>
            <a:ext cx="51435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93470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CE29BF-88BA-AE21-8E0F-2E21E5F96D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7FB33560-4083-866C-F3A7-9C02D4A40176}"/>
              </a:ext>
            </a:extLst>
          </p:cNvPr>
          <p:cNvSpPr txBox="1">
            <a:spLocks/>
          </p:cNvSpPr>
          <p:nvPr/>
        </p:nvSpPr>
        <p:spPr>
          <a:xfrm>
            <a:off x="908454" y="1360481"/>
            <a:ext cx="4605340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5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5000" baseline="3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</a:t>
            </a:r>
            <a:r>
              <a:rPr lang="en-US" sz="5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Floor; Entrance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1389439-01A7-DA7A-C6E2-6BC9703BA16E}"/>
              </a:ext>
            </a:extLst>
          </p:cNvPr>
          <p:cNvSpPr/>
          <p:nvPr/>
        </p:nvSpPr>
        <p:spPr>
          <a:xfrm>
            <a:off x="0" y="0"/>
            <a:ext cx="6172200" cy="6867408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Stairway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47AC334-37D9-A2FF-A0D6-B6E5003882E9}"/>
              </a:ext>
            </a:extLst>
          </p:cNvPr>
          <p:cNvSpPr/>
          <p:nvPr/>
        </p:nvSpPr>
        <p:spPr>
          <a:xfrm>
            <a:off x="11301935" y="0"/>
            <a:ext cx="890065" cy="6867408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 descr="A picture containing wall, floor, indoor, wood&#10;&#10;AI-generated content may be incorrect.">
            <a:extLst>
              <a:ext uri="{FF2B5EF4-FFF2-40B4-BE49-F238E27FC236}">
                <a16:creationId xmlns:a16="http://schemas.microsoft.com/office/drawing/2014/main" id="{1496AE3C-1C04-4E94-A06F-A14C5B3817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24226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63F826-392B-FD0C-30B3-DE47F53B61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38">
            <a:extLst>
              <a:ext uri="{FF2B5EF4-FFF2-40B4-BE49-F238E27FC236}">
                <a16:creationId xmlns:a16="http://schemas.microsoft.com/office/drawing/2014/main" id="{CBAB0BEB-63BD-C4E0-735C-AC75812E43D2}"/>
              </a:ext>
            </a:extLst>
          </p:cNvPr>
          <p:cNvSpPr/>
          <p:nvPr/>
        </p:nvSpPr>
        <p:spPr>
          <a:xfrm>
            <a:off x="5468815" y="0"/>
            <a:ext cx="1239716" cy="68580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F3EAF7F-041F-F083-2B91-636BF5EB0DBC}"/>
              </a:ext>
            </a:extLst>
          </p:cNvPr>
          <p:cNvSpPr txBox="1"/>
          <p:nvPr/>
        </p:nvSpPr>
        <p:spPr>
          <a:xfrm>
            <a:off x="5468816" y="140677"/>
            <a:ext cx="123971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2</a:t>
            </a:r>
            <a:r>
              <a:rPr lang="en-US" sz="2000" baseline="30000" dirty="0">
                <a:solidFill>
                  <a:schemeClr val="bg1"/>
                </a:solidFill>
              </a:rPr>
              <a:t>nd </a:t>
            </a:r>
            <a:r>
              <a:rPr lang="en-US" sz="2000" dirty="0">
                <a:solidFill>
                  <a:schemeClr val="bg1"/>
                </a:solidFill>
              </a:rPr>
              <a:t>Floor; Gym &amp; Kitchen</a:t>
            </a:r>
            <a:r>
              <a:rPr lang="en-US" dirty="0"/>
              <a:t> </a:t>
            </a:r>
          </a:p>
        </p:txBody>
      </p:sp>
      <p:pic>
        <p:nvPicPr>
          <p:cNvPr id="5" name="Picture 4" descr="A picture containing indoor, floor, ceiling, room&#10;&#10;AI-generated content may be incorrect.">
            <a:extLst>
              <a:ext uri="{FF2B5EF4-FFF2-40B4-BE49-F238E27FC236}">
                <a16:creationId xmlns:a16="http://schemas.microsoft.com/office/drawing/2014/main" id="{6C2C64C7-ABED-826E-8A5F-BD02B7DDBE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212" y="0"/>
            <a:ext cx="5143500" cy="6858000"/>
          </a:xfrm>
          <a:prstGeom prst="rect">
            <a:avLst/>
          </a:prstGeom>
        </p:spPr>
      </p:pic>
      <p:pic>
        <p:nvPicPr>
          <p:cNvPr id="7" name="Picture 6" descr="A picture containing text, floor, indoor&#10;&#10;AI-generated content may be incorrect.">
            <a:extLst>
              <a:ext uri="{FF2B5EF4-FFF2-40B4-BE49-F238E27FC236}">
                <a16:creationId xmlns:a16="http://schemas.microsoft.com/office/drawing/2014/main" id="{947F0B3C-D69D-4917-428E-F8F566CF021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94634" y="0"/>
            <a:ext cx="51435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46864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43</TotalTime>
  <Words>98</Words>
  <Application>Microsoft Office PowerPoint</Application>
  <PresentationFormat>Widescreen</PresentationFormat>
  <Paragraphs>25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Aptos</vt:lpstr>
      <vt:lpstr>Aptos Display</vt:lpstr>
      <vt:lpstr>Arial</vt:lpstr>
      <vt:lpstr>Times New Roman</vt:lpstr>
      <vt:lpstr>Office Theme</vt:lpstr>
      <vt:lpstr>Building 917 Reference Photos</vt:lpstr>
      <vt:lpstr>Outside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WISEMAN, ANDREW D JR SSgt USAF AFGSC 377 MSG/PKA</dc:creator>
  <cp:lastModifiedBy>WISEMAN, ANDREW D JR SSgt USAF AFGSC 377 MSG/PKA</cp:lastModifiedBy>
  <cp:revision>2</cp:revision>
  <dcterms:created xsi:type="dcterms:W3CDTF">2025-10-31T17:17:27Z</dcterms:created>
  <dcterms:modified xsi:type="dcterms:W3CDTF">2025-10-31T19:15:32Z</dcterms:modified>
</cp:coreProperties>
</file>