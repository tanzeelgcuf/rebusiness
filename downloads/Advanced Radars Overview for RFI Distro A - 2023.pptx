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tiff" ContentType="image/tif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5" r:id="rId4"/>
  </p:sldMasterIdLst>
  <p:notesMasterIdLst>
    <p:notesMasterId r:id="rId11"/>
  </p:notesMasterIdLst>
  <p:sldIdLst>
    <p:sldId id="2368" r:id="rId5"/>
    <p:sldId id="2374" r:id="rId6"/>
    <p:sldId id="2377" r:id="rId7"/>
    <p:sldId id="2378" r:id="rId8"/>
    <p:sldId id="2380" r:id="rId9"/>
    <p:sldId id="2379" r:id="rId10"/>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19C723-52D4-4597-ADD9-3A69ECC7DC53}">
          <p14:sldIdLst>
            <p14:sldId id="2368"/>
            <p14:sldId id="2374"/>
            <p14:sldId id="2377"/>
            <p14:sldId id="2378"/>
            <p14:sldId id="2380"/>
            <p14:sldId id="237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99"/>
    <a:srgbClr val="008000"/>
    <a:srgbClr val="000066"/>
    <a:srgbClr val="00CC66"/>
    <a:srgbClr val="CC3399"/>
    <a:srgbClr val="31323C"/>
    <a:srgbClr val="FF7C80"/>
    <a:srgbClr val="F4B40A"/>
    <a:srgbClr val="FEC900"/>
    <a:srgbClr val="0066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250" autoAdjust="0"/>
  </p:normalViewPr>
  <p:slideViewPr>
    <p:cSldViewPr snapToGrid="0">
      <p:cViewPr varScale="1">
        <p:scale>
          <a:sx n="106" d="100"/>
          <a:sy n="106" d="100"/>
        </p:scale>
        <p:origin x="672"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ttrill, Larissa A LCDR USN PEO IWS DC (USA)" userId="S::larissa.a.cottrill.mil@us.navy.mil::671a3a7e-c827-4088-98da-7910ee24bf15" providerId="AD" clId="Web-{DC16738C-400D-4B0F-9806-B8A280A770C0}"/>
    <pc:docChg chg="modSld">
      <pc:chgData name="Cottrill, Larissa A LCDR USN PEO IWS DC (USA)" userId="S::larissa.a.cottrill.mil@us.navy.mil::671a3a7e-c827-4088-98da-7910ee24bf15" providerId="AD" clId="Web-{DC16738C-400D-4B0F-9806-B8A280A770C0}" dt="2022-04-01T20:58:45.914" v="86"/>
      <pc:docMkLst>
        <pc:docMk/>
      </pc:docMkLst>
      <pc:sldChg chg="modNotes">
        <pc:chgData name="Cottrill, Larissa A LCDR USN PEO IWS DC (USA)" userId="S::larissa.a.cottrill.mil@us.navy.mil::671a3a7e-c827-4088-98da-7910ee24bf15" providerId="AD" clId="Web-{DC16738C-400D-4B0F-9806-B8A280A770C0}" dt="2022-04-01T20:58:45.914" v="86"/>
        <pc:sldMkLst>
          <pc:docMk/>
          <pc:sldMk cId="1104036123" sldId="2373"/>
        </pc:sldMkLst>
      </pc:sldChg>
    </pc:docChg>
  </pc:docChgLst>
  <pc:docChgLst>
    <pc:chgData name="Mondro, Laura M CIV USN COMNAVSEASYSCOM DC (USA)" userId="S::laura.m.mondro.civ@us.navy.mil::728d6862-c4bb-4e5a-9b34-52f0e7d09d06" providerId="AD" clId="Web-{C7295A2A-3D2B-4B54-96C5-4E0D9FF0D527}"/>
    <pc:docChg chg="modSld">
      <pc:chgData name="Mondro, Laura M CIV USN COMNAVSEASYSCOM DC (USA)" userId="S::laura.m.mondro.civ@us.navy.mil::728d6862-c4bb-4e5a-9b34-52f0e7d09d06" providerId="AD" clId="Web-{C7295A2A-3D2B-4B54-96C5-4E0D9FF0D527}" dt="2022-04-04T13:46:13.655" v="2"/>
      <pc:docMkLst>
        <pc:docMk/>
      </pc:docMkLst>
      <pc:sldChg chg="modNotes">
        <pc:chgData name="Mondro, Laura M CIV USN COMNAVSEASYSCOM DC (USA)" userId="S::laura.m.mondro.civ@us.navy.mil::728d6862-c4bb-4e5a-9b34-52f0e7d09d06" providerId="AD" clId="Web-{C7295A2A-3D2B-4B54-96C5-4E0D9FF0D527}" dt="2022-04-04T13:46:13.655" v="2"/>
        <pc:sldMkLst>
          <pc:docMk/>
          <pc:sldMk cId="835371723" sldId="2365"/>
        </pc:sldMkLst>
      </pc:sldChg>
    </pc:docChg>
  </pc:docChgLst>
  <pc:docChgLst>
    <pc:chgData name="Marklin, Davina" userId="84e4f697-9584-4432-a4f1-a3676e318e0b" providerId="ADAL" clId="{2DF8FF49-25EE-4404-9B6E-E6708B09AD02}"/>
    <pc:docChg chg="undo custSel addSld delSld modSld modMainMaster modSection">
      <pc:chgData name="Marklin, Davina" userId="84e4f697-9584-4432-a4f1-a3676e318e0b" providerId="ADAL" clId="{2DF8FF49-25EE-4404-9B6E-E6708B09AD02}" dt="2021-09-15T21:01:52.676" v="2391" actId="20577"/>
      <pc:docMkLst>
        <pc:docMk/>
      </pc:docMkLst>
      <pc:sldChg chg="modSp mod chgLayout">
        <pc:chgData name="Marklin, Davina" userId="84e4f697-9584-4432-a4f1-a3676e318e0b" providerId="ADAL" clId="{2DF8FF49-25EE-4404-9B6E-E6708B09AD02}" dt="2021-09-15T15:13:19.352" v="218" actId="1076"/>
        <pc:sldMkLst>
          <pc:docMk/>
          <pc:sldMk cId="3287064308" sldId="2361"/>
        </pc:sldMkLst>
        <pc:spChg chg="mod ord">
          <ac:chgData name="Marklin, Davina" userId="84e4f697-9584-4432-a4f1-a3676e318e0b" providerId="ADAL" clId="{2DF8FF49-25EE-4404-9B6E-E6708B09AD02}" dt="2021-09-15T15:13:14.920" v="217" actId="1076"/>
          <ac:spMkLst>
            <pc:docMk/>
            <pc:sldMk cId="3287064308" sldId="2361"/>
            <ac:spMk id="3" creationId="{D696AE85-72C8-4D36-AB47-F795A7E9126F}"/>
          </ac:spMkLst>
        </pc:spChg>
        <pc:spChg chg="mod ord">
          <ac:chgData name="Marklin, Davina" userId="84e4f697-9584-4432-a4f1-a3676e318e0b" providerId="ADAL" clId="{2DF8FF49-25EE-4404-9B6E-E6708B09AD02}" dt="2021-09-15T15:13:19.352" v="218" actId="1076"/>
          <ac:spMkLst>
            <pc:docMk/>
            <pc:sldMk cId="3287064308" sldId="2361"/>
            <ac:spMk id="4" creationId="{CA366486-1972-408B-A00D-6799924DF73A}"/>
          </ac:spMkLst>
        </pc:spChg>
      </pc:sldChg>
      <pc:sldChg chg="del">
        <pc:chgData name="Marklin, Davina" userId="84e4f697-9584-4432-a4f1-a3676e318e0b" providerId="ADAL" clId="{2DF8FF49-25EE-4404-9B6E-E6708B09AD02}" dt="2021-09-15T15:17:13.490" v="219" actId="47"/>
        <pc:sldMkLst>
          <pc:docMk/>
          <pc:sldMk cId="239820935" sldId="2362"/>
        </pc:sldMkLst>
      </pc:sldChg>
      <pc:sldChg chg="addSp delSp modSp new mod modClrScheme chgLayout">
        <pc:chgData name="Marklin, Davina" userId="84e4f697-9584-4432-a4f1-a3676e318e0b" providerId="ADAL" clId="{2DF8FF49-25EE-4404-9B6E-E6708B09AD02}" dt="2021-09-15T17:42:22.927" v="587" actId="20577"/>
        <pc:sldMkLst>
          <pc:docMk/>
          <pc:sldMk cId="3967587677" sldId="2362"/>
        </pc:sldMkLst>
        <pc:spChg chg="del mod ord">
          <ac:chgData name="Marklin, Davina" userId="84e4f697-9584-4432-a4f1-a3676e318e0b" providerId="ADAL" clId="{2DF8FF49-25EE-4404-9B6E-E6708B09AD02}" dt="2021-09-15T15:22:05.759" v="221" actId="700"/>
          <ac:spMkLst>
            <pc:docMk/>
            <pc:sldMk cId="3967587677" sldId="2362"/>
            <ac:spMk id="2" creationId="{2FE963E3-48AA-40B4-B716-7A4DF52BD30A}"/>
          </ac:spMkLst>
        </pc:spChg>
        <pc:spChg chg="del">
          <ac:chgData name="Marklin, Davina" userId="84e4f697-9584-4432-a4f1-a3676e318e0b" providerId="ADAL" clId="{2DF8FF49-25EE-4404-9B6E-E6708B09AD02}" dt="2021-09-15T15:22:05.759" v="221" actId="700"/>
          <ac:spMkLst>
            <pc:docMk/>
            <pc:sldMk cId="3967587677" sldId="2362"/>
            <ac:spMk id="3" creationId="{D8EEA6ED-2A22-4BF1-89F2-9497A9EA4478}"/>
          </ac:spMkLst>
        </pc:spChg>
        <pc:spChg chg="add mod ord">
          <ac:chgData name="Marklin, Davina" userId="84e4f697-9584-4432-a4f1-a3676e318e0b" providerId="ADAL" clId="{2DF8FF49-25EE-4404-9B6E-E6708B09AD02}" dt="2021-09-15T17:42:22.927" v="587" actId="20577"/>
          <ac:spMkLst>
            <pc:docMk/>
            <pc:sldMk cId="3967587677" sldId="2362"/>
            <ac:spMk id="4" creationId="{54162E38-81CB-43B5-9130-575CF920262A}"/>
          </ac:spMkLst>
        </pc:spChg>
        <pc:spChg chg="add del mod">
          <ac:chgData name="Marklin, Davina" userId="84e4f697-9584-4432-a4f1-a3676e318e0b" providerId="ADAL" clId="{2DF8FF49-25EE-4404-9B6E-E6708B09AD02}" dt="2021-09-15T15:26:19.513" v="280" actId="478"/>
          <ac:spMkLst>
            <pc:docMk/>
            <pc:sldMk cId="3967587677" sldId="2362"/>
            <ac:spMk id="5" creationId="{46356EB5-7FFB-4005-A825-42C2F2F94E3C}"/>
          </ac:spMkLst>
        </pc:spChg>
        <pc:spChg chg="add del mod">
          <ac:chgData name="Marklin, Davina" userId="84e4f697-9584-4432-a4f1-a3676e318e0b" providerId="ADAL" clId="{2DF8FF49-25EE-4404-9B6E-E6708B09AD02}" dt="2021-09-15T15:27:22.396" v="281" actId="478"/>
          <ac:spMkLst>
            <pc:docMk/>
            <pc:sldMk cId="3967587677" sldId="2362"/>
            <ac:spMk id="6" creationId="{291FF803-44DC-4806-B21F-B0F7548BBD44}"/>
          </ac:spMkLst>
        </pc:spChg>
        <pc:spChg chg="add del mod">
          <ac:chgData name="Marklin, Davina" userId="84e4f697-9584-4432-a4f1-a3676e318e0b" providerId="ADAL" clId="{2DF8FF49-25EE-4404-9B6E-E6708B09AD02}" dt="2021-09-15T15:41:54.308" v="374" actId="478"/>
          <ac:spMkLst>
            <pc:docMk/>
            <pc:sldMk cId="3967587677" sldId="2362"/>
            <ac:spMk id="7" creationId="{2C43DC1E-362B-4828-9E8E-3510334BB493}"/>
          </ac:spMkLst>
        </pc:spChg>
        <pc:spChg chg="add del mod">
          <ac:chgData name="Marklin, Davina" userId="84e4f697-9584-4432-a4f1-a3676e318e0b" providerId="ADAL" clId="{2DF8FF49-25EE-4404-9B6E-E6708B09AD02}" dt="2021-09-15T15:38:48.055" v="344" actId="478"/>
          <ac:spMkLst>
            <pc:docMk/>
            <pc:sldMk cId="3967587677" sldId="2362"/>
            <ac:spMk id="8" creationId="{F60B98D7-F48B-4E95-87D2-85DB19591BC7}"/>
          </ac:spMkLst>
        </pc:spChg>
        <pc:spChg chg="add del mod">
          <ac:chgData name="Marklin, Davina" userId="84e4f697-9584-4432-a4f1-a3676e318e0b" providerId="ADAL" clId="{2DF8FF49-25EE-4404-9B6E-E6708B09AD02}" dt="2021-09-15T15:27:22.396" v="281" actId="478"/>
          <ac:spMkLst>
            <pc:docMk/>
            <pc:sldMk cId="3967587677" sldId="2362"/>
            <ac:spMk id="9" creationId="{7A58C534-C9D0-4116-9BF5-94F3FA94BD79}"/>
          </ac:spMkLst>
        </pc:spChg>
        <pc:spChg chg="add del mod">
          <ac:chgData name="Marklin, Davina" userId="84e4f697-9584-4432-a4f1-a3676e318e0b" providerId="ADAL" clId="{2DF8FF49-25EE-4404-9B6E-E6708B09AD02}" dt="2021-09-15T15:27:22.396" v="281" actId="478"/>
          <ac:spMkLst>
            <pc:docMk/>
            <pc:sldMk cId="3967587677" sldId="2362"/>
            <ac:spMk id="10" creationId="{2CC25F6E-0FC5-40DD-A394-7CFE47FF015B}"/>
          </ac:spMkLst>
        </pc:spChg>
        <pc:spChg chg="add del mod">
          <ac:chgData name="Marklin, Davina" userId="84e4f697-9584-4432-a4f1-a3676e318e0b" providerId="ADAL" clId="{2DF8FF49-25EE-4404-9B6E-E6708B09AD02}" dt="2021-09-15T15:27:51.338" v="284" actId="478"/>
          <ac:spMkLst>
            <pc:docMk/>
            <pc:sldMk cId="3967587677" sldId="2362"/>
            <ac:spMk id="11" creationId="{1B2E1052-2318-4E88-83E1-89E494D40F25}"/>
          </ac:spMkLst>
        </pc:spChg>
        <pc:spChg chg="add mod">
          <ac:chgData name="Marklin, Davina" userId="84e4f697-9584-4432-a4f1-a3676e318e0b" providerId="ADAL" clId="{2DF8FF49-25EE-4404-9B6E-E6708B09AD02}" dt="2021-09-15T15:55:59.830" v="492" actId="207"/>
          <ac:spMkLst>
            <pc:docMk/>
            <pc:sldMk cId="3967587677" sldId="2362"/>
            <ac:spMk id="12" creationId="{8FBDFF58-7982-4FF7-8F91-D6D87F8A398D}"/>
          </ac:spMkLst>
        </pc:spChg>
        <pc:spChg chg="add mod">
          <ac:chgData name="Marklin, Davina" userId="84e4f697-9584-4432-a4f1-a3676e318e0b" providerId="ADAL" clId="{2DF8FF49-25EE-4404-9B6E-E6708B09AD02}" dt="2021-09-15T15:43:42.206" v="393" actId="1076"/>
          <ac:spMkLst>
            <pc:docMk/>
            <pc:sldMk cId="3967587677" sldId="2362"/>
            <ac:spMk id="15" creationId="{FC6777BA-3C4D-4C49-8AE8-77B0B8C9DD15}"/>
          </ac:spMkLst>
        </pc:spChg>
        <pc:spChg chg="add mod">
          <ac:chgData name="Marklin, Davina" userId="84e4f697-9584-4432-a4f1-a3676e318e0b" providerId="ADAL" clId="{2DF8FF49-25EE-4404-9B6E-E6708B09AD02}" dt="2021-09-15T15:43:42.206" v="393" actId="1076"/>
          <ac:spMkLst>
            <pc:docMk/>
            <pc:sldMk cId="3967587677" sldId="2362"/>
            <ac:spMk id="17" creationId="{893B5A91-BDF6-45AA-B70E-2FDC00BA6765}"/>
          </ac:spMkLst>
        </pc:spChg>
        <pc:spChg chg="add mod">
          <ac:chgData name="Marklin, Davina" userId="84e4f697-9584-4432-a4f1-a3676e318e0b" providerId="ADAL" clId="{2DF8FF49-25EE-4404-9B6E-E6708B09AD02}" dt="2021-09-15T15:43:42.206" v="393" actId="1076"/>
          <ac:spMkLst>
            <pc:docMk/>
            <pc:sldMk cId="3967587677" sldId="2362"/>
            <ac:spMk id="19" creationId="{80460989-1255-473B-B352-E010F8FFE18F}"/>
          </ac:spMkLst>
        </pc:spChg>
        <pc:spChg chg="add mod">
          <ac:chgData name="Marklin, Davina" userId="84e4f697-9584-4432-a4f1-a3676e318e0b" providerId="ADAL" clId="{2DF8FF49-25EE-4404-9B6E-E6708B09AD02}" dt="2021-09-15T16:04:50.745" v="544" actId="1076"/>
          <ac:spMkLst>
            <pc:docMk/>
            <pc:sldMk cId="3967587677" sldId="2362"/>
            <ac:spMk id="20" creationId="{6F6D1D59-9AA3-497E-B1B4-0D44CE15987C}"/>
          </ac:spMkLst>
        </pc:spChg>
        <pc:spChg chg="add mod">
          <ac:chgData name="Marklin, Davina" userId="84e4f697-9584-4432-a4f1-a3676e318e0b" providerId="ADAL" clId="{2DF8FF49-25EE-4404-9B6E-E6708B09AD02}" dt="2021-09-15T15:55:50.958" v="483" actId="207"/>
          <ac:spMkLst>
            <pc:docMk/>
            <pc:sldMk cId="3967587677" sldId="2362"/>
            <ac:spMk id="23" creationId="{2CB3AA72-060E-494D-90E3-1719FBF17821}"/>
          </ac:spMkLst>
        </pc:spChg>
        <pc:spChg chg="add mod">
          <ac:chgData name="Marklin, Davina" userId="84e4f697-9584-4432-a4f1-a3676e318e0b" providerId="ADAL" clId="{2DF8FF49-25EE-4404-9B6E-E6708B09AD02}" dt="2021-09-15T15:43:42.206" v="393" actId="1076"/>
          <ac:spMkLst>
            <pc:docMk/>
            <pc:sldMk cId="3967587677" sldId="2362"/>
            <ac:spMk id="24" creationId="{00DBBC0B-47DD-4EA0-BAEB-A5D1971F4D12}"/>
          </ac:spMkLst>
        </pc:spChg>
        <pc:spChg chg="add mod">
          <ac:chgData name="Marklin, Davina" userId="84e4f697-9584-4432-a4f1-a3676e318e0b" providerId="ADAL" clId="{2DF8FF49-25EE-4404-9B6E-E6708B09AD02}" dt="2021-09-15T15:43:42.206" v="393" actId="1076"/>
          <ac:spMkLst>
            <pc:docMk/>
            <pc:sldMk cId="3967587677" sldId="2362"/>
            <ac:spMk id="26" creationId="{1A92748B-930F-4EE7-8FE2-90FA8E0B5B4D}"/>
          </ac:spMkLst>
        </pc:spChg>
        <pc:spChg chg="add mod">
          <ac:chgData name="Marklin, Davina" userId="84e4f697-9584-4432-a4f1-a3676e318e0b" providerId="ADAL" clId="{2DF8FF49-25EE-4404-9B6E-E6708B09AD02}" dt="2021-09-15T15:43:42.206" v="393" actId="1076"/>
          <ac:spMkLst>
            <pc:docMk/>
            <pc:sldMk cId="3967587677" sldId="2362"/>
            <ac:spMk id="28" creationId="{B310FF03-0848-490F-B039-54D03BACDC2A}"/>
          </ac:spMkLst>
        </pc:spChg>
        <pc:spChg chg="add mod">
          <ac:chgData name="Marklin, Davina" userId="84e4f697-9584-4432-a4f1-a3676e318e0b" providerId="ADAL" clId="{2DF8FF49-25EE-4404-9B6E-E6708B09AD02}" dt="2021-09-15T15:43:42.206" v="393" actId="1076"/>
          <ac:spMkLst>
            <pc:docMk/>
            <pc:sldMk cId="3967587677" sldId="2362"/>
            <ac:spMk id="30" creationId="{688AB60E-3ACF-4EF4-91AD-93ED26A36B02}"/>
          </ac:spMkLst>
        </pc:spChg>
        <pc:spChg chg="add mod">
          <ac:chgData name="Marklin, Davina" userId="84e4f697-9584-4432-a4f1-a3676e318e0b" providerId="ADAL" clId="{2DF8FF49-25EE-4404-9B6E-E6708B09AD02}" dt="2021-09-15T15:43:42.206" v="393" actId="1076"/>
          <ac:spMkLst>
            <pc:docMk/>
            <pc:sldMk cId="3967587677" sldId="2362"/>
            <ac:spMk id="31" creationId="{90F79DC3-E744-4B09-98B3-F25571366744}"/>
          </ac:spMkLst>
        </pc:spChg>
        <pc:spChg chg="add mod">
          <ac:chgData name="Marklin, Davina" userId="84e4f697-9584-4432-a4f1-a3676e318e0b" providerId="ADAL" clId="{2DF8FF49-25EE-4404-9B6E-E6708B09AD02}" dt="2021-09-15T15:43:42.206" v="393" actId="1076"/>
          <ac:spMkLst>
            <pc:docMk/>
            <pc:sldMk cId="3967587677" sldId="2362"/>
            <ac:spMk id="33" creationId="{97CE6E87-572D-4FBB-8109-C34712DA7C3F}"/>
          </ac:spMkLst>
        </pc:spChg>
        <pc:spChg chg="add mod">
          <ac:chgData name="Marklin, Davina" userId="84e4f697-9584-4432-a4f1-a3676e318e0b" providerId="ADAL" clId="{2DF8FF49-25EE-4404-9B6E-E6708B09AD02}" dt="2021-09-15T15:43:42.206" v="393" actId="1076"/>
          <ac:spMkLst>
            <pc:docMk/>
            <pc:sldMk cId="3967587677" sldId="2362"/>
            <ac:spMk id="36" creationId="{5FE6F834-EEAA-4C6D-ABC6-BB06BCA73CF7}"/>
          </ac:spMkLst>
        </pc:spChg>
        <pc:spChg chg="add mod">
          <ac:chgData name="Marklin, Davina" userId="84e4f697-9584-4432-a4f1-a3676e318e0b" providerId="ADAL" clId="{2DF8FF49-25EE-4404-9B6E-E6708B09AD02}" dt="2021-09-15T16:04:43.047" v="542" actId="1076"/>
          <ac:spMkLst>
            <pc:docMk/>
            <pc:sldMk cId="3967587677" sldId="2362"/>
            <ac:spMk id="37" creationId="{44089FF7-EA46-4D6A-8632-24601C3A5F25}"/>
          </ac:spMkLst>
        </pc:spChg>
        <pc:spChg chg="mod">
          <ac:chgData name="Marklin, Davina" userId="84e4f697-9584-4432-a4f1-a3676e318e0b" providerId="ADAL" clId="{2DF8FF49-25EE-4404-9B6E-E6708B09AD02}" dt="2021-09-15T15:43:42.206" v="393" actId="1076"/>
          <ac:spMkLst>
            <pc:docMk/>
            <pc:sldMk cId="3967587677" sldId="2362"/>
            <ac:spMk id="41" creationId="{3420779C-F005-4492-AA6A-9267A7EFD16D}"/>
          </ac:spMkLst>
        </pc:spChg>
        <pc:spChg chg="add mod">
          <ac:chgData name="Marklin, Davina" userId="84e4f697-9584-4432-a4f1-a3676e318e0b" providerId="ADAL" clId="{2DF8FF49-25EE-4404-9B6E-E6708B09AD02}" dt="2021-09-15T15:50:36.682" v="450" actId="207"/>
          <ac:spMkLst>
            <pc:docMk/>
            <pc:sldMk cId="3967587677" sldId="2362"/>
            <ac:spMk id="43" creationId="{74AFE39D-72D8-4D03-AD9C-9C32A907CCED}"/>
          </ac:spMkLst>
        </pc:spChg>
        <pc:spChg chg="add mod">
          <ac:chgData name="Marklin, Davina" userId="84e4f697-9584-4432-a4f1-a3676e318e0b" providerId="ADAL" clId="{2DF8FF49-25EE-4404-9B6E-E6708B09AD02}" dt="2021-09-15T16:05:07.151" v="545" actId="1076"/>
          <ac:spMkLst>
            <pc:docMk/>
            <pc:sldMk cId="3967587677" sldId="2362"/>
            <ac:spMk id="44" creationId="{688A4AED-0984-4B62-97DB-0274D2D71870}"/>
          </ac:spMkLst>
        </pc:spChg>
        <pc:spChg chg="add mod">
          <ac:chgData name="Marklin, Davina" userId="84e4f697-9584-4432-a4f1-a3676e318e0b" providerId="ADAL" clId="{2DF8FF49-25EE-4404-9B6E-E6708B09AD02}" dt="2021-09-15T16:05:16.381" v="547" actId="1076"/>
          <ac:spMkLst>
            <pc:docMk/>
            <pc:sldMk cId="3967587677" sldId="2362"/>
            <ac:spMk id="45" creationId="{51BD2388-FA21-4F9F-AAA8-89650A592053}"/>
          </ac:spMkLst>
        </pc:spChg>
        <pc:spChg chg="add mod">
          <ac:chgData name="Marklin, Davina" userId="84e4f697-9584-4432-a4f1-a3676e318e0b" providerId="ADAL" clId="{2DF8FF49-25EE-4404-9B6E-E6708B09AD02}" dt="2021-09-15T16:06:35.421" v="551" actId="1076"/>
          <ac:spMkLst>
            <pc:docMk/>
            <pc:sldMk cId="3967587677" sldId="2362"/>
            <ac:spMk id="46" creationId="{E838A7BE-C8D4-4E81-9366-B2BB4E1E4A2E}"/>
          </ac:spMkLst>
        </pc:spChg>
        <pc:spChg chg="mod">
          <ac:chgData name="Marklin, Davina" userId="84e4f697-9584-4432-a4f1-a3676e318e0b" providerId="ADAL" clId="{2DF8FF49-25EE-4404-9B6E-E6708B09AD02}" dt="2021-09-15T16:05:07.151" v="545" actId="1076"/>
          <ac:spMkLst>
            <pc:docMk/>
            <pc:sldMk cId="3967587677" sldId="2362"/>
            <ac:spMk id="50" creationId="{B7E4F301-F15B-449E-AE81-22C8DB84F76E}"/>
          </ac:spMkLst>
        </pc:spChg>
        <pc:spChg chg="add mod">
          <ac:chgData name="Marklin, Davina" userId="84e4f697-9584-4432-a4f1-a3676e318e0b" providerId="ADAL" clId="{2DF8FF49-25EE-4404-9B6E-E6708B09AD02}" dt="2021-09-15T16:04:21.345" v="537" actId="1076"/>
          <ac:spMkLst>
            <pc:docMk/>
            <pc:sldMk cId="3967587677" sldId="2362"/>
            <ac:spMk id="51" creationId="{CFCF6EE1-8A59-452E-88D0-6E887675D300}"/>
          </ac:spMkLst>
        </pc:spChg>
        <pc:spChg chg="add mod">
          <ac:chgData name="Marklin, Davina" userId="84e4f697-9584-4432-a4f1-a3676e318e0b" providerId="ADAL" clId="{2DF8FF49-25EE-4404-9B6E-E6708B09AD02}" dt="2021-09-15T15:43:42.206" v="393" actId="1076"/>
          <ac:spMkLst>
            <pc:docMk/>
            <pc:sldMk cId="3967587677" sldId="2362"/>
            <ac:spMk id="53" creationId="{349E709E-E24B-4758-AE3B-DD77A9FA44B9}"/>
          </ac:spMkLst>
        </pc:spChg>
        <pc:spChg chg="add mod">
          <ac:chgData name="Marklin, Davina" userId="84e4f697-9584-4432-a4f1-a3676e318e0b" providerId="ADAL" clId="{2DF8FF49-25EE-4404-9B6E-E6708B09AD02}" dt="2021-09-15T15:43:42.206" v="393" actId="1076"/>
          <ac:spMkLst>
            <pc:docMk/>
            <pc:sldMk cId="3967587677" sldId="2362"/>
            <ac:spMk id="54" creationId="{0560B58F-1E84-4110-8A75-DDD29A046590}"/>
          </ac:spMkLst>
        </pc:spChg>
        <pc:spChg chg="add mod">
          <ac:chgData name="Marklin, Davina" userId="84e4f697-9584-4432-a4f1-a3676e318e0b" providerId="ADAL" clId="{2DF8FF49-25EE-4404-9B6E-E6708B09AD02}" dt="2021-09-15T15:55:36.353" v="473" actId="404"/>
          <ac:spMkLst>
            <pc:docMk/>
            <pc:sldMk cId="3967587677" sldId="2362"/>
            <ac:spMk id="55" creationId="{DE919FBC-0A82-4081-A29E-36C343579ACC}"/>
          </ac:spMkLst>
        </pc:spChg>
        <pc:spChg chg="add mod">
          <ac:chgData name="Marklin, Davina" userId="84e4f697-9584-4432-a4f1-a3676e318e0b" providerId="ADAL" clId="{2DF8FF49-25EE-4404-9B6E-E6708B09AD02}" dt="2021-09-15T15:56:49.997" v="494" actId="14100"/>
          <ac:spMkLst>
            <pc:docMk/>
            <pc:sldMk cId="3967587677" sldId="2362"/>
            <ac:spMk id="61" creationId="{CABAACFB-BBCD-4316-B5C2-D010C68BDAA4}"/>
          </ac:spMkLst>
        </pc:spChg>
        <pc:spChg chg="add mod">
          <ac:chgData name="Marklin, Davina" userId="84e4f697-9584-4432-a4f1-a3676e318e0b" providerId="ADAL" clId="{2DF8FF49-25EE-4404-9B6E-E6708B09AD02}" dt="2021-09-15T15:57:45.778" v="511" actId="14100"/>
          <ac:spMkLst>
            <pc:docMk/>
            <pc:sldMk cId="3967587677" sldId="2362"/>
            <ac:spMk id="62" creationId="{64EE4DAA-A964-419D-8024-6910B8E9C41D}"/>
          </ac:spMkLst>
        </pc:spChg>
        <pc:spChg chg="add mod">
          <ac:chgData name="Marklin, Davina" userId="84e4f697-9584-4432-a4f1-a3676e318e0b" providerId="ADAL" clId="{2DF8FF49-25EE-4404-9B6E-E6708B09AD02}" dt="2021-09-15T15:43:42.206" v="393" actId="1076"/>
          <ac:spMkLst>
            <pc:docMk/>
            <pc:sldMk cId="3967587677" sldId="2362"/>
            <ac:spMk id="64" creationId="{BB1C986F-286A-48A3-AE9D-0071FA2A74F0}"/>
          </ac:spMkLst>
        </pc:spChg>
        <pc:spChg chg="add mod">
          <ac:chgData name="Marklin, Davina" userId="84e4f697-9584-4432-a4f1-a3676e318e0b" providerId="ADAL" clId="{2DF8FF49-25EE-4404-9B6E-E6708B09AD02}" dt="2021-09-15T15:25:54.508" v="278" actId="1036"/>
          <ac:spMkLst>
            <pc:docMk/>
            <pc:sldMk cId="3967587677" sldId="2362"/>
            <ac:spMk id="66" creationId="{AC4FD743-5CF5-474A-B19E-5F30293FA05D}"/>
          </ac:spMkLst>
        </pc:spChg>
        <pc:spChg chg="add mod">
          <ac:chgData name="Marklin, Davina" userId="84e4f697-9584-4432-a4f1-a3676e318e0b" providerId="ADAL" clId="{2DF8FF49-25EE-4404-9B6E-E6708B09AD02}" dt="2021-09-15T15:43:42.206" v="393" actId="1076"/>
          <ac:spMkLst>
            <pc:docMk/>
            <pc:sldMk cId="3967587677" sldId="2362"/>
            <ac:spMk id="67" creationId="{04ECEF50-6EA8-408B-B9D8-A358DE33A882}"/>
          </ac:spMkLst>
        </pc:spChg>
        <pc:spChg chg="add mod ord">
          <ac:chgData name="Marklin, Davina" userId="84e4f697-9584-4432-a4f1-a3676e318e0b" providerId="ADAL" clId="{2DF8FF49-25EE-4404-9B6E-E6708B09AD02}" dt="2021-09-15T15:43:42.206" v="393" actId="1076"/>
          <ac:spMkLst>
            <pc:docMk/>
            <pc:sldMk cId="3967587677" sldId="2362"/>
            <ac:spMk id="68" creationId="{A208A403-A223-474E-B102-882B20DD2E35}"/>
          </ac:spMkLst>
        </pc:spChg>
        <pc:spChg chg="add mod ord">
          <ac:chgData name="Marklin, Davina" userId="84e4f697-9584-4432-a4f1-a3676e318e0b" providerId="ADAL" clId="{2DF8FF49-25EE-4404-9B6E-E6708B09AD02}" dt="2021-09-15T15:43:42.206" v="393" actId="1076"/>
          <ac:spMkLst>
            <pc:docMk/>
            <pc:sldMk cId="3967587677" sldId="2362"/>
            <ac:spMk id="69" creationId="{50B87168-698D-4720-A4CB-71A5FD5A5525}"/>
          </ac:spMkLst>
        </pc:spChg>
        <pc:spChg chg="add mod ord">
          <ac:chgData name="Marklin, Davina" userId="84e4f697-9584-4432-a4f1-a3676e318e0b" providerId="ADAL" clId="{2DF8FF49-25EE-4404-9B6E-E6708B09AD02}" dt="2021-09-15T15:43:42.206" v="393" actId="1076"/>
          <ac:spMkLst>
            <pc:docMk/>
            <pc:sldMk cId="3967587677" sldId="2362"/>
            <ac:spMk id="70" creationId="{ECAC28CD-CAD0-406E-8DCB-876612F1E104}"/>
          </ac:spMkLst>
        </pc:spChg>
        <pc:spChg chg="add mod ord">
          <ac:chgData name="Marklin, Davina" userId="84e4f697-9584-4432-a4f1-a3676e318e0b" providerId="ADAL" clId="{2DF8FF49-25EE-4404-9B6E-E6708B09AD02}" dt="2021-09-15T15:43:42.206" v="393" actId="1076"/>
          <ac:spMkLst>
            <pc:docMk/>
            <pc:sldMk cId="3967587677" sldId="2362"/>
            <ac:spMk id="71" creationId="{56F46108-BE24-46EA-AA99-AA1ABCC63168}"/>
          </ac:spMkLst>
        </pc:spChg>
        <pc:spChg chg="add mod ord">
          <ac:chgData name="Marklin, Davina" userId="84e4f697-9584-4432-a4f1-a3676e318e0b" providerId="ADAL" clId="{2DF8FF49-25EE-4404-9B6E-E6708B09AD02}" dt="2021-09-15T15:43:42.206" v="393" actId="1076"/>
          <ac:spMkLst>
            <pc:docMk/>
            <pc:sldMk cId="3967587677" sldId="2362"/>
            <ac:spMk id="72" creationId="{F1A006F5-0AA2-4B2E-8725-DC659D683583}"/>
          </ac:spMkLst>
        </pc:spChg>
        <pc:spChg chg="add del mod">
          <ac:chgData name="Marklin, Davina" userId="84e4f697-9584-4432-a4f1-a3676e318e0b" providerId="ADAL" clId="{2DF8FF49-25EE-4404-9B6E-E6708B09AD02}" dt="2021-09-15T15:49:48.620" v="439" actId="478"/>
          <ac:spMkLst>
            <pc:docMk/>
            <pc:sldMk cId="3967587677" sldId="2362"/>
            <ac:spMk id="73" creationId="{C06353A5-2F51-4B4E-806F-633A49298998}"/>
          </ac:spMkLst>
        </pc:spChg>
        <pc:spChg chg="add del mod">
          <ac:chgData name="Marklin, Davina" userId="84e4f697-9584-4432-a4f1-a3676e318e0b" providerId="ADAL" clId="{2DF8FF49-25EE-4404-9B6E-E6708B09AD02}" dt="2021-09-15T15:49:48.620" v="439" actId="478"/>
          <ac:spMkLst>
            <pc:docMk/>
            <pc:sldMk cId="3967587677" sldId="2362"/>
            <ac:spMk id="74" creationId="{F920AD94-240F-42EA-8708-BCE85D490CE3}"/>
          </ac:spMkLst>
        </pc:spChg>
        <pc:spChg chg="add del mod">
          <ac:chgData name="Marklin, Davina" userId="84e4f697-9584-4432-a4f1-a3676e318e0b" providerId="ADAL" clId="{2DF8FF49-25EE-4404-9B6E-E6708B09AD02}" dt="2021-09-15T15:49:48.620" v="439" actId="478"/>
          <ac:spMkLst>
            <pc:docMk/>
            <pc:sldMk cId="3967587677" sldId="2362"/>
            <ac:spMk id="75" creationId="{5BBB22BB-6AE0-4748-928E-C80947B1DA7D}"/>
          </ac:spMkLst>
        </pc:spChg>
        <pc:grpChg chg="add mod">
          <ac:chgData name="Marklin, Davina" userId="84e4f697-9584-4432-a4f1-a3676e318e0b" providerId="ADAL" clId="{2DF8FF49-25EE-4404-9B6E-E6708B09AD02}" dt="2021-09-15T15:43:42.206" v="393" actId="1076"/>
          <ac:grpSpMkLst>
            <pc:docMk/>
            <pc:sldMk cId="3967587677" sldId="2362"/>
            <ac:grpSpMk id="40" creationId="{DFFE4D27-5785-4271-B4FD-EDDC3420BB5D}"/>
          </ac:grpSpMkLst>
        </pc:grpChg>
        <pc:grpChg chg="add mod">
          <ac:chgData name="Marklin, Davina" userId="84e4f697-9584-4432-a4f1-a3676e318e0b" providerId="ADAL" clId="{2DF8FF49-25EE-4404-9B6E-E6708B09AD02}" dt="2021-09-15T16:05:07.151" v="545" actId="1076"/>
          <ac:grpSpMkLst>
            <pc:docMk/>
            <pc:sldMk cId="3967587677" sldId="2362"/>
            <ac:grpSpMk id="47" creationId="{5A32EC64-305A-49C4-BCA3-9A414A4797ED}"/>
          </ac:grpSpMkLst>
        </pc:grpChg>
        <pc:picChg chg="add mod">
          <ac:chgData name="Marklin, Davina" userId="84e4f697-9584-4432-a4f1-a3676e318e0b" providerId="ADAL" clId="{2DF8FF49-25EE-4404-9B6E-E6708B09AD02}" dt="2021-09-15T15:43:42.206" v="393" actId="1076"/>
          <ac:picMkLst>
            <pc:docMk/>
            <pc:sldMk cId="3967587677" sldId="2362"/>
            <ac:picMk id="13" creationId="{99D47DD3-725F-4998-AD85-21748CCBCB2C}"/>
          </ac:picMkLst>
        </pc:picChg>
        <pc:picChg chg="add mod">
          <ac:chgData name="Marklin, Davina" userId="84e4f697-9584-4432-a4f1-a3676e318e0b" providerId="ADAL" clId="{2DF8FF49-25EE-4404-9B6E-E6708B09AD02}" dt="2021-09-15T15:43:42.206" v="393" actId="1076"/>
          <ac:picMkLst>
            <pc:docMk/>
            <pc:sldMk cId="3967587677" sldId="2362"/>
            <ac:picMk id="14" creationId="{E9179618-73DB-4313-9A43-D8859BAB14F4}"/>
          </ac:picMkLst>
        </pc:picChg>
        <pc:picChg chg="add mod">
          <ac:chgData name="Marklin, Davina" userId="84e4f697-9584-4432-a4f1-a3676e318e0b" providerId="ADAL" clId="{2DF8FF49-25EE-4404-9B6E-E6708B09AD02}" dt="2021-09-15T15:43:42.206" v="393" actId="1076"/>
          <ac:picMkLst>
            <pc:docMk/>
            <pc:sldMk cId="3967587677" sldId="2362"/>
            <ac:picMk id="16" creationId="{FB9AA031-2984-441C-8C67-790E00092832}"/>
          </ac:picMkLst>
        </pc:picChg>
        <pc:picChg chg="add mod">
          <ac:chgData name="Marklin, Davina" userId="84e4f697-9584-4432-a4f1-a3676e318e0b" providerId="ADAL" clId="{2DF8FF49-25EE-4404-9B6E-E6708B09AD02}" dt="2021-09-15T15:43:42.206" v="393" actId="1076"/>
          <ac:picMkLst>
            <pc:docMk/>
            <pc:sldMk cId="3967587677" sldId="2362"/>
            <ac:picMk id="18" creationId="{E1C00CB1-94C3-4248-AE51-32003D2A65A7}"/>
          </ac:picMkLst>
        </pc:picChg>
        <pc:picChg chg="add mod">
          <ac:chgData name="Marklin, Davina" userId="84e4f697-9584-4432-a4f1-a3676e318e0b" providerId="ADAL" clId="{2DF8FF49-25EE-4404-9B6E-E6708B09AD02}" dt="2021-09-15T16:05:22.412" v="550" actId="1036"/>
          <ac:picMkLst>
            <pc:docMk/>
            <pc:sldMk cId="3967587677" sldId="2362"/>
            <ac:picMk id="21" creationId="{E37633AE-A719-4E9A-967C-E6068F878283}"/>
          </ac:picMkLst>
        </pc:picChg>
        <pc:picChg chg="add mod">
          <ac:chgData name="Marklin, Davina" userId="84e4f697-9584-4432-a4f1-a3676e318e0b" providerId="ADAL" clId="{2DF8FF49-25EE-4404-9B6E-E6708B09AD02}" dt="2021-09-15T15:43:42.206" v="393" actId="1076"/>
          <ac:picMkLst>
            <pc:docMk/>
            <pc:sldMk cId="3967587677" sldId="2362"/>
            <ac:picMk id="22" creationId="{70822301-3A20-4B1B-B993-31D93B151C86}"/>
          </ac:picMkLst>
        </pc:picChg>
        <pc:picChg chg="add mod">
          <ac:chgData name="Marklin, Davina" userId="84e4f697-9584-4432-a4f1-a3676e318e0b" providerId="ADAL" clId="{2DF8FF49-25EE-4404-9B6E-E6708B09AD02}" dt="2021-09-15T15:43:42.206" v="393" actId="1076"/>
          <ac:picMkLst>
            <pc:docMk/>
            <pc:sldMk cId="3967587677" sldId="2362"/>
            <ac:picMk id="25" creationId="{DA8D781C-DF38-4B20-8336-BF816683772B}"/>
          </ac:picMkLst>
        </pc:picChg>
        <pc:picChg chg="add mod">
          <ac:chgData name="Marklin, Davina" userId="84e4f697-9584-4432-a4f1-a3676e318e0b" providerId="ADAL" clId="{2DF8FF49-25EE-4404-9B6E-E6708B09AD02}" dt="2021-09-15T15:43:42.206" v="393" actId="1076"/>
          <ac:picMkLst>
            <pc:docMk/>
            <pc:sldMk cId="3967587677" sldId="2362"/>
            <ac:picMk id="27" creationId="{11CC8229-03BE-4A7B-BE63-1BA7BA393BE3}"/>
          </ac:picMkLst>
        </pc:picChg>
        <pc:picChg chg="add mod">
          <ac:chgData name="Marklin, Davina" userId="84e4f697-9584-4432-a4f1-a3676e318e0b" providerId="ADAL" clId="{2DF8FF49-25EE-4404-9B6E-E6708B09AD02}" dt="2021-09-15T15:43:42.206" v="393" actId="1076"/>
          <ac:picMkLst>
            <pc:docMk/>
            <pc:sldMk cId="3967587677" sldId="2362"/>
            <ac:picMk id="29" creationId="{E5B79F11-9931-42BC-8BF4-53CD4B0343B4}"/>
          </ac:picMkLst>
        </pc:picChg>
        <pc:picChg chg="add mod">
          <ac:chgData name="Marklin, Davina" userId="84e4f697-9584-4432-a4f1-a3676e318e0b" providerId="ADAL" clId="{2DF8FF49-25EE-4404-9B6E-E6708B09AD02}" dt="2021-09-15T15:43:42.206" v="393" actId="1076"/>
          <ac:picMkLst>
            <pc:docMk/>
            <pc:sldMk cId="3967587677" sldId="2362"/>
            <ac:picMk id="32" creationId="{B5448BF5-5E35-4478-8E44-7FC11F513DF7}"/>
          </ac:picMkLst>
        </pc:picChg>
        <pc:picChg chg="add mod">
          <ac:chgData name="Marklin, Davina" userId="84e4f697-9584-4432-a4f1-a3676e318e0b" providerId="ADAL" clId="{2DF8FF49-25EE-4404-9B6E-E6708B09AD02}" dt="2021-09-15T15:43:42.206" v="393" actId="1076"/>
          <ac:picMkLst>
            <pc:docMk/>
            <pc:sldMk cId="3967587677" sldId="2362"/>
            <ac:picMk id="34" creationId="{3CB87D06-46F5-4039-A3DC-36F9E4A4E2CB}"/>
          </ac:picMkLst>
        </pc:picChg>
        <pc:picChg chg="add mod">
          <ac:chgData name="Marklin, Davina" userId="84e4f697-9584-4432-a4f1-a3676e318e0b" providerId="ADAL" clId="{2DF8FF49-25EE-4404-9B6E-E6708B09AD02}" dt="2021-09-15T15:43:42.206" v="393" actId="1076"/>
          <ac:picMkLst>
            <pc:docMk/>
            <pc:sldMk cId="3967587677" sldId="2362"/>
            <ac:picMk id="35" creationId="{ADC649D8-BC91-4506-B6C7-55D0279869B6}"/>
          </ac:picMkLst>
        </pc:picChg>
        <pc:picChg chg="add mod">
          <ac:chgData name="Marklin, Davina" userId="84e4f697-9584-4432-a4f1-a3676e318e0b" providerId="ADAL" clId="{2DF8FF49-25EE-4404-9B6E-E6708B09AD02}" dt="2021-09-15T16:04:43.047" v="542" actId="1076"/>
          <ac:picMkLst>
            <pc:docMk/>
            <pc:sldMk cId="3967587677" sldId="2362"/>
            <ac:picMk id="38" creationId="{951C53FF-CC9B-44A0-870F-0539A93FEFA8}"/>
          </ac:picMkLst>
        </pc:picChg>
        <pc:picChg chg="add mod">
          <ac:chgData name="Marklin, Davina" userId="84e4f697-9584-4432-a4f1-a3676e318e0b" providerId="ADAL" clId="{2DF8FF49-25EE-4404-9B6E-E6708B09AD02}" dt="2021-09-15T15:43:42.206" v="393" actId="1076"/>
          <ac:picMkLst>
            <pc:docMk/>
            <pc:sldMk cId="3967587677" sldId="2362"/>
            <ac:picMk id="39" creationId="{E4E987A7-5901-4E1B-A0A3-13373A12B702}"/>
          </ac:picMkLst>
        </pc:picChg>
        <pc:picChg chg="mod">
          <ac:chgData name="Marklin, Davina" userId="84e4f697-9584-4432-a4f1-a3676e318e0b" providerId="ADAL" clId="{2DF8FF49-25EE-4404-9B6E-E6708B09AD02}" dt="2021-09-15T15:43:42.206" v="393" actId="1076"/>
          <ac:picMkLst>
            <pc:docMk/>
            <pc:sldMk cId="3967587677" sldId="2362"/>
            <ac:picMk id="42" creationId="{6C7E4246-16E2-4CAB-A1E9-7F3A28B8462D}"/>
          </ac:picMkLst>
        </pc:picChg>
        <pc:picChg chg="mod">
          <ac:chgData name="Marklin, Davina" userId="84e4f697-9584-4432-a4f1-a3676e318e0b" providerId="ADAL" clId="{2DF8FF49-25EE-4404-9B6E-E6708B09AD02}" dt="2021-09-15T16:05:07.151" v="545" actId="1076"/>
          <ac:picMkLst>
            <pc:docMk/>
            <pc:sldMk cId="3967587677" sldId="2362"/>
            <ac:picMk id="48" creationId="{202CF09A-0065-472C-B356-D0A026144A84}"/>
          </ac:picMkLst>
        </pc:picChg>
        <pc:picChg chg="mod">
          <ac:chgData name="Marklin, Davina" userId="84e4f697-9584-4432-a4f1-a3676e318e0b" providerId="ADAL" clId="{2DF8FF49-25EE-4404-9B6E-E6708B09AD02}" dt="2021-09-15T16:05:07.151" v="545" actId="1076"/>
          <ac:picMkLst>
            <pc:docMk/>
            <pc:sldMk cId="3967587677" sldId="2362"/>
            <ac:picMk id="49" creationId="{48BEE6B4-26B3-48D8-B4B6-A8C30801E0C8}"/>
          </ac:picMkLst>
        </pc:picChg>
        <pc:picChg chg="add mod">
          <ac:chgData name="Marklin, Davina" userId="84e4f697-9584-4432-a4f1-a3676e318e0b" providerId="ADAL" clId="{2DF8FF49-25EE-4404-9B6E-E6708B09AD02}" dt="2021-09-15T16:04:34.693" v="540" actId="1076"/>
          <ac:picMkLst>
            <pc:docMk/>
            <pc:sldMk cId="3967587677" sldId="2362"/>
            <ac:picMk id="52" creationId="{F37C6B0E-BE72-446B-B1F5-5B18F89D4C54}"/>
          </ac:picMkLst>
        </pc:picChg>
        <pc:picChg chg="add mod">
          <ac:chgData name="Marklin, Davina" userId="84e4f697-9584-4432-a4f1-a3676e318e0b" providerId="ADAL" clId="{2DF8FF49-25EE-4404-9B6E-E6708B09AD02}" dt="2021-09-15T16:05:12.030" v="546" actId="1076"/>
          <ac:picMkLst>
            <pc:docMk/>
            <pc:sldMk cId="3967587677" sldId="2362"/>
            <ac:picMk id="56" creationId="{C89719CB-022F-4040-AE14-208A26446CF5}"/>
          </ac:picMkLst>
        </pc:picChg>
        <pc:picChg chg="add mod">
          <ac:chgData name="Marklin, Davina" userId="84e4f697-9584-4432-a4f1-a3676e318e0b" providerId="ADAL" clId="{2DF8FF49-25EE-4404-9B6E-E6708B09AD02}" dt="2021-09-15T16:06:35.421" v="551" actId="1076"/>
          <ac:picMkLst>
            <pc:docMk/>
            <pc:sldMk cId="3967587677" sldId="2362"/>
            <ac:picMk id="57" creationId="{B1174BF4-FDE1-45C8-BE51-C9841A564A07}"/>
          </ac:picMkLst>
        </pc:picChg>
        <pc:picChg chg="add mod">
          <ac:chgData name="Marklin, Davina" userId="84e4f697-9584-4432-a4f1-a3676e318e0b" providerId="ADAL" clId="{2DF8FF49-25EE-4404-9B6E-E6708B09AD02}" dt="2021-09-15T15:43:42.206" v="393" actId="1076"/>
          <ac:picMkLst>
            <pc:docMk/>
            <pc:sldMk cId="3967587677" sldId="2362"/>
            <ac:picMk id="58" creationId="{DEDCF1D1-DE25-4DDD-AA8A-6900B95A0905}"/>
          </ac:picMkLst>
        </pc:picChg>
        <pc:picChg chg="add mod">
          <ac:chgData name="Marklin, Davina" userId="84e4f697-9584-4432-a4f1-a3676e318e0b" providerId="ADAL" clId="{2DF8FF49-25EE-4404-9B6E-E6708B09AD02}" dt="2021-09-15T15:43:42.206" v="393" actId="1076"/>
          <ac:picMkLst>
            <pc:docMk/>
            <pc:sldMk cId="3967587677" sldId="2362"/>
            <ac:picMk id="59" creationId="{7B6CC50E-7496-443C-A74E-01F7CB03066B}"/>
          </ac:picMkLst>
        </pc:picChg>
        <pc:picChg chg="add mod">
          <ac:chgData name="Marklin, Davina" userId="84e4f697-9584-4432-a4f1-a3676e318e0b" providerId="ADAL" clId="{2DF8FF49-25EE-4404-9B6E-E6708B09AD02}" dt="2021-09-15T15:43:42.206" v="393" actId="1076"/>
          <ac:picMkLst>
            <pc:docMk/>
            <pc:sldMk cId="3967587677" sldId="2362"/>
            <ac:picMk id="60" creationId="{D6E6C302-17F2-4589-B6DF-AC1C159E7ACF}"/>
          </ac:picMkLst>
        </pc:picChg>
        <pc:picChg chg="add mod">
          <ac:chgData name="Marklin, Davina" userId="84e4f697-9584-4432-a4f1-a3676e318e0b" providerId="ADAL" clId="{2DF8FF49-25EE-4404-9B6E-E6708B09AD02}" dt="2021-09-15T15:43:42.206" v="393" actId="1076"/>
          <ac:picMkLst>
            <pc:docMk/>
            <pc:sldMk cId="3967587677" sldId="2362"/>
            <ac:picMk id="63" creationId="{30EA52D4-E27E-4671-8594-63C582E5D71E}"/>
          </ac:picMkLst>
        </pc:picChg>
        <pc:picChg chg="add mod">
          <ac:chgData name="Marklin, Davina" userId="84e4f697-9584-4432-a4f1-a3676e318e0b" providerId="ADAL" clId="{2DF8FF49-25EE-4404-9B6E-E6708B09AD02}" dt="2021-09-15T15:43:42.206" v="393" actId="1076"/>
          <ac:picMkLst>
            <pc:docMk/>
            <pc:sldMk cId="3967587677" sldId="2362"/>
            <ac:picMk id="65" creationId="{822A80EC-FD92-4EA4-8978-48A04CC997C2}"/>
          </ac:picMkLst>
        </pc:picChg>
      </pc:sldChg>
      <pc:sldChg chg="addSp modSp new mod">
        <pc:chgData name="Marklin, Davina" userId="84e4f697-9584-4432-a4f1-a3676e318e0b" providerId="ADAL" clId="{2DF8FF49-25EE-4404-9B6E-E6708B09AD02}" dt="2021-09-15T17:43:34.907" v="670" actId="1076"/>
        <pc:sldMkLst>
          <pc:docMk/>
          <pc:sldMk cId="1069595759" sldId="2363"/>
        </pc:sldMkLst>
        <pc:spChg chg="mod">
          <ac:chgData name="Marklin, Davina" userId="84e4f697-9584-4432-a4f1-a3676e318e0b" providerId="ADAL" clId="{2DF8FF49-25EE-4404-9B6E-E6708B09AD02}" dt="2021-09-15T17:42:34.691" v="634" actId="20577"/>
          <ac:spMkLst>
            <pc:docMk/>
            <pc:sldMk cId="1069595759" sldId="2363"/>
            <ac:spMk id="2" creationId="{12CEA4CC-7363-4F8A-A1A9-6D0D3C2125B3}"/>
          </ac:spMkLst>
        </pc:spChg>
        <pc:spChg chg="add mod">
          <ac:chgData name="Marklin, Davina" userId="84e4f697-9584-4432-a4f1-a3676e318e0b" providerId="ADAL" clId="{2DF8FF49-25EE-4404-9B6E-E6708B09AD02}" dt="2021-09-15T17:43:34.907" v="670" actId="1076"/>
          <ac:spMkLst>
            <pc:docMk/>
            <pc:sldMk cId="1069595759" sldId="2363"/>
            <ac:spMk id="20" creationId="{2E1F103F-ED43-4EDF-B644-720706CF6CE7}"/>
          </ac:spMkLst>
        </pc:spChg>
        <pc:spChg chg="add mod">
          <ac:chgData name="Marklin, Davina" userId="84e4f697-9584-4432-a4f1-a3676e318e0b" providerId="ADAL" clId="{2DF8FF49-25EE-4404-9B6E-E6708B09AD02}" dt="2021-09-15T17:43:34.907" v="670" actId="1076"/>
          <ac:spMkLst>
            <pc:docMk/>
            <pc:sldMk cId="1069595759" sldId="2363"/>
            <ac:spMk id="21" creationId="{8097436D-9576-4DB1-B92E-AB7469AB5EBD}"/>
          </ac:spMkLst>
        </pc:spChg>
        <pc:spChg chg="add mod">
          <ac:chgData name="Marklin, Davina" userId="84e4f697-9584-4432-a4f1-a3676e318e0b" providerId="ADAL" clId="{2DF8FF49-25EE-4404-9B6E-E6708B09AD02}" dt="2021-09-15T17:43:34.907" v="670" actId="1076"/>
          <ac:spMkLst>
            <pc:docMk/>
            <pc:sldMk cId="1069595759" sldId="2363"/>
            <ac:spMk id="25" creationId="{26032BEC-9EBB-4310-A853-929EB09B735E}"/>
          </ac:spMkLst>
        </pc:spChg>
        <pc:spChg chg="add mod">
          <ac:chgData name="Marklin, Davina" userId="84e4f697-9584-4432-a4f1-a3676e318e0b" providerId="ADAL" clId="{2DF8FF49-25EE-4404-9B6E-E6708B09AD02}" dt="2021-09-15T17:43:34.907" v="670" actId="1076"/>
          <ac:spMkLst>
            <pc:docMk/>
            <pc:sldMk cId="1069595759" sldId="2363"/>
            <ac:spMk id="27" creationId="{BDFBC224-DD2B-4377-9325-F74A315D6767}"/>
          </ac:spMkLst>
        </pc:spChg>
        <pc:spChg chg="add mod">
          <ac:chgData name="Marklin, Davina" userId="84e4f697-9584-4432-a4f1-a3676e318e0b" providerId="ADAL" clId="{2DF8FF49-25EE-4404-9B6E-E6708B09AD02}" dt="2021-09-15T17:43:34.907" v="670" actId="1076"/>
          <ac:spMkLst>
            <pc:docMk/>
            <pc:sldMk cId="1069595759" sldId="2363"/>
            <ac:spMk id="30" creationId="{68D2129F-C66D-46A5-AE9F-4DF8F5D9E517}"/>
          </ac:spMkLst>
        </pc:spChg>
        <pc:spChg chg="add mod">
          <ac:chgData name="Marklin, Davina" userId="84e4f697-9584-4432-a4f1-a3676e318e0b" providerId="ADAL" clId="{2DF8FF49-25EE-4404-9B6E-E6708B09AD02}" dt="2021-09-15T17:43:34.907" v="670" actId="1076"/>
          <ac:spMkLst>
            <pc:docMk/>
            <pc:sldMk cId="1069595759" sldId="2363"/>
            <ac:spMk id="32" creationId="{8E16B098-BC5B-472A-9353-45900C077C3C}"/>
          </ac:spMkLst>
        </pc:spChg>
        <pc:spChg chg="add mod">
          <ac:chgData name="Marklin, Davina" userId="84e4f697-9584-4432-a4f1-a3676e318e0b" providerId="ADAL" clId="{2DF8FF49-25EE-4404-9B6E-E6708B09AD02}" dt="2021-09-15T17:43:34.907" v="670" actId="1076"/>
          <ac:spMkLst>
            <pc:docMk/>
            <pc:sldMk cId="1069595759" sldId="2363"/>
            <ac:spMk id="37" creationId="{D149F39C-9DEB-4BE4-B570-555B79220D17}"/>
          </ac:spMkLst>
        </pc:spChg>
        <pc:spChg chg="add mod">
          <ac:chgData name="Marklin, Davina" userId="84e4f697-9584-4432-a4f1-a3676e318e0b" providerId="ADAL" clId="{2DF8FF49-25EE-4404-9B6E-E6708B09AD02}" dt="2021-09-15T17:43:34.907" v="670" actId="1076"/>
          <ac:spMkLst>
            <pc:docMk/>
            <pc:sldMk cId="1069595759" sldId="2363"/>
            <ac:spMk id="38" creationId="{6A0664C5-53A4-496B-9DEE-13F5A59E5DDC}"/>
          </ac:spMkLst>
        </pc:spChg>
        <pc:spChg chg="add mod">
          <ac:chgData name="Marklin, Davina" userId="84e4f697-9584-4432-a4f1-a3676e318e0b" providerId="ADAL" clId="{2DF8FF49-25EE-4404-9B6E-E6708B09AD02}" dt="2021-09-15T17:43:34.907" v="670" actId="1076"/>
          <ac:spMkLst>
            <pc:docMk/>
            <pc:sldMk cId="1069595759" sldId="2363"/>
            <ac:spMk id="63" creationId="{674C71A6-27B6-45D8-B291-B4E5764E3A31}"/>
          </ac:spMkLst>
        </pc:spChg>
        <pc:spChg chg="add mod">
          <ac:chgData name="Marklin, Davina" userId="84e4f697-9584-4432-a4f1-a3676e318e0b" providerId="ADAL" clId="{2DF8FF49-25EE-4404-9B6E-E6708B09AD02}" dt="2021-09-15T17:43:34.907" v="670" actId="1076"/>
          <ac:spMkLst>
            <pc:docMk/>
            <pc:sldMk cId="1069595759" sldId="2363"/>
            <ac:spMk id="73" creationId="{39712EB8-5334-4E01-90B9-FCEA4D2D39F0}"/>
          </ac:spMkLst>
        </pc:spChg>
        <pc:spChg chg="add mod">
          <ac:chgData name="Marklin, Davina" userId="84e4f697-9584-4432-a4f1-a3676e318e0b" providerId="ADAL" clId="{2DF8FF49-25EE-4404-9B6E-E6708B09AD02}" dt="2021-09-15T17:43:34.907" v="670" actId="1076"/>
          <ac:spMkLst>
            <pc:docMk/>
            <pc:sldMk cId="1069595759" sldId="2363"/>
            <ac:spMk id="77" creationId="{5AF6F080-4D75-42EE-B87C-E670F82332BE}"/>
          </ac:spMkLst>
        </pc:spChg>
        <pc:spChg chg="add mod">
          <ac:chgData name="Marklin, Davina" userId="84e4f697-9584-4432-a4f1-a3676e318e0b" providerId="ADAL" clId="{2DF8FF49-25EE-4404-9B6E-E6708B09AD02}" dt="2021-09-15T17:43:34.907" v="670" actId="1076"/>
          <ac:spMkLst>
            <pc:docMk/>
            <pc:sldMk cId="1069595759" sldId="2363"/>
            <ac:spMk id="78" creationId="{0E277F72-82D8-4D7F-8291-B551A536EC2C}"/>
          </ac:spMkLst>
        </pc:spChg>
        <pc:spChg chg="add mod">
          <ac:chgData name="Marklin, Davina" userId="84e4f697-9584-4432-a4f1-a3676e318e0b" providerId="ADAL" clId="{2DF8FF49-25EE-4404-9B6E-E6708B09AD02}" dt="2021-09-15T17:43:34.907" v="670" actId="1076"/>
          <ac:spMkLst>
            <pc:docMk/>
            <pc:sldMk cId="1069595759" sldId="2363"/>
            <ac:spMk id="79" creationId="{FC274588-B9EE-4721-94CC-3F0A035623E5}"/>
          </ac:spMkLst>
        </pc:spChg>
        <pc:spChg chg="add mod">
          <ac:chgData name="Marklin, Davina" userId="84e4f697-9584-4432-a4f1-a3676e318e0b" providerId="ADAL" clId="{2DF8FF49-25EE-4404-9B6E-E6708B09AD02}" dt="2021-09-15T17:43:34.907" v="670" actId="1076"/>
          <ac:spMkLst>
            <pc:docMk/>
            <pc:sldMk cId="1069595759" sldId="2363"/>
            <ac:spMk id="80" creationId="{212277CA-F3C1-45C1-9BFA-04ECDFB2EB0C}"/>
          </ac:spMkLst>
        </pc:spChg>
        <pc:spChg chg="add mod">
          <ac:chgData name="Marklin, Davina" userId="84e4f697-9584-4432-a4f1-a3676e318e0b" providerId="ADAL" clId="{2DF8FF49-25EE-4404-9B6E-E6708B09AD02}" dt="2021-09-15T17:43:34.907" v="670" actId="1076"/>
          <ac:spMkLst>
            <pc:docMk/>
            <pc:sldMk cId="1069595759" sldId="2363"/>
            <ac:spMk id="81" creationId="{AF79867B-EC7B-452D-9425-12BB66FAC63F}"/>
          </ac:spMkLst>
        </pc:spChg>
        <pc:spChg chg="add mod">
          <ac:chgData name="Marklin, Davina" userId="84e4f697-9584-4432-a4f1-a3676e318e0b" providerId="ADAL" clId="{2DF8FF49-25EE-4404-9B6E-E6708B09AD02}" dt="2021-09-15T17:43:34.907" v="670" actId="1076"/>
          <ac:spMkLst>
            <pc:docMk/>
            <pc:sldMk cId="1069595759" sldId="2363"/>
            <ac:spMk id="82" creationId="{96B6AFF1-5D6E-4FA4-9B12-3BCFD6D715DD}"/>
          </ac:spMkLst>
        </pc:spChg>
        <pc:spChg chg="add mod">
          <ac:chgData name="Marklin, Davina" userId="84e4f697-9584-4432-a4f1-a3676e318e0b" providerId="ADAL" clId="{2DF8FF49-25EE-4404-9B6E-E6708B09AD02}" dt="2021-09-15T17:43:34.907" v="670" actId="1076"/>
          <ac:spMkLst>
            <pc:docMk/>
            <pc:sldMk cId="1069595759" sldId="2363"/>
            <ac:spMk id="83" creationId="{B6B37410-A3FF-45A4-B575-A88BA6C306C1}"/>
          </ac:spMkLst>
        </pc:spChg>
        <pc:spChg chg="add mod">
          <ac:chgData name="Marklin, Davina" userId="84e4f697-9584-4432-a4f1-a3676e318e0b" providerId="ADAL" clId="{2DF8FF49-25EE-4404-9B6E-E6708B09AD02}" dt="2021-09-15T17:43:34.907" v="670" actId="1076"/>
          <ac:spMkLst>
            <pc:docMk/>
            <pc:sldMk cId="1069595759" sldId="2363"/>
            <ac:spMk id="84" creationId="{1CF88063-AAAB-405C-B602-448E5EE16F4B}"/>
          </ac:spMkLst>
        </pc:spChg>
        <pc:spChg chg="add mod">
          <ac:chgData name="Marklin, Davina" userId="84e4f697-9584-4432-a4f1-a3676e318e0b" providerId="ADAL" clId="{2DF8FF49-25EE-4404-9B6E-E6708B09AD02}" dt="2021-09-15T17:43:34.907" v="670" actId="1076"/>
          <ac:spMkLst>
            <pc:docMk/>
            <pc:sldMk cId="1069595759" sldId="2363"/>
            <ac:spMk id="85" creationId="{1DA01B2D-6CDA-4F0D-B110-C03C52D7E1E3}"/>
          </ac:spMkLst>
        </pc:spChg>
        <pc:spChg chg="add mod">
          <ac:chgData name="Marklin, Davina" userId="84e4f697-9584-4432-a4f1-a3676e318e0b" providerId="ADAL" clId="{2DF8FF49-25EE-4404-9B6E-E6708B09AD02}" dt="2021-09-15T17:43:34.907" v="670" actId="1076"/>
          <ac:spMkLst>
            <pc:docMk/>
            <pc:sldMk cId="1069595759" sldId="2363"/>
            <ac:spMk id="86" creationId="{CEAF0B59-1F54-4C05-8A7B-E429CF19593F}"/>
          </ac:spMkLst>
        </pc:spChg>
        <pc:spChg chg="add mod">
          <ac:chgData name="Marklin, Davina" userId="84e4f697-9584-4432-a4f1-a3676e318e0b" providerId="ADAL" clId="{2DF8FF49-25EE-4404-9B6E-E6708B09AD02}" dt="2021-09-15T17:43:34.907" v="670" actId="1076"/>
          <ac:spMkLst>
            <pc:docMk/>
            <pc:sldMk cId="1069595759" sldId="2363"/>
            <ac:spMk id="87" creationId="{B080348B-062A-49CB-B858-BB7E1B72C3A5}"/>
          </ac:spMkLst>
        </pc:spChg>
        <pc:spChg chg="add mod">
          <ac:chgData name="Marklin, Davina" userId="84e4f697-9584-4432-a4f1-a3676e318e0b" providerId="ADAL" clId="{2DF8FF49-25EE-4404-9B6E-E6708B09AD02}" dt="2021-09-15T17:43:34.907" v="670" actId="1076"/>
          <ac:spMkLst>
            <pc:docMk/>
            <pc:sldMk cId="1069595759" sldId="2363"/>
            <ac:spMk id="88" creationId="{37E92769-D29C-454C-805A-CB148A1136E0}"/>
          </ac:spMkLst>
        </pc:spChg>
        <pc:spChg chg="add mod">
          <ac:chgData name="Marklin, Davina" userId="84e4f697-9584-4432-a4f1-a3676e318e0b" providerId="ADAL" clId="{2DF8FF49-25EE-4404-9B6E-E6708B09AD02}" dt="2021-09-15T17:43:34.907" v="670" actId="1076"/>
          <ac:spMkLst>
            <pc:docMk/>
            <pc:sldMk cId="1069595759" sldId="2363"/>
            <ac:spMk id="89" creationId="{3ABC86FA-F1F8-497B-A3FB-59E0B293DCF4}"/>
          </ac:spMkLst>
        </pc:spChg>
        <pc:spChg chg="add mod">
          <ac:chgData name="Marklin, Davina" userId="84e4f697-9584-4432-a4f1-a3676e318e0b" providerId="ADAL" clId="{2DF8FF49-25EE-4404-9B6E-E6708B09AD02}" dt="2021-09-15T17:43:34.907" v="670" actId="1076"/>
          <ac:spMkLst>
            <pc:docMk/>
            <pc:sldMk cId="1069595759" sldId="2363"/>
            <ac:spMk id="90" creationId="{4045A678-B648-4C9A-975C-61AE204E44C5}"/>
          </ac:spMkLst>
        </pc:spChg>
        <pc:spChg chg="add mod">
          <ac:chgData name="Marklin, Davina" userId="84e4f697-9584-4432-a4f1-a3676e318e0b" providerId="ADAL" clId="{2DF8FF49-25EE-4404-9B6E-E6708B09AD02}" dt="2021-09-15T17:43:34.907" v="670" actId="1076"/>
          <ac:spMkLst>
            <pc:docMk/>
            <pc:sldMk cId="1069595759" sldId="2363"/>
            <ac:spMk id="91" creationId="{1E67EA4C-35C5-4CEB-8603-B16C6E3313DF}"/>
          </ac:spMkLst>
        </pc:spChg>
        <pc:spChg chg="add mod">
          <ac:chgData name="Marklin, Davina" userId="84e4f697-9584-4432-a4f1-a3676e318e0b" providerId="ADAL" clId="{2DF8FF49-25EE-4404-9B6E-E6708B09AD02}" dt="2021-09-15T17:43:34.907" v="670" actId="1076"/>
          <ac:spMkLst>
            <pc:docMk/>
            <pc:sldMk cId="1069595759" sldId="2363"/>
            <ac:spMk id="92" creationId="{62C17753-538A-42B5-9F79-774FB2E4E004}"/>
          </ac:spMkLst>
        </pc:spChg>
        <pc:spChg chg="add mod">
          <ac:chgData name="Marklin, Davina" userId="84e4f697-9584-4432-a4f1-a3676e318e0b" providerId="ADAL" clId="{2DF8FF49-25EE-4404-9B6E-E6708B09AD02}" dt="2021-09-15T17:43:34.907" v="670" actId="1076"/>
          <ac:spMkLst>
            <pc:docMk/>
            <pc:sldMk cId="1069595759" sldId="2363"/>
            <ac:spMk id="93" creationId="{A52FF056-4C7D-4978-8E4E-E2133CBFABC3}"/>
          </ac:spMkLst>
        </pc:spChg>
        <pc:spChg chg="add mod">
          <ac:chgData name="Marklin, Davina" userId="84e4f697-9584-4432-a4f1-a3676e318e0b" providerId="ADAL" clId="{2DF8FF49-25EE-4404-9B6E-E6708B09AD02}" dt="2021-09-15T17:43:34.907" v="670" actId="1076"/>
          <ac:spMkLst>
            <pc:docMk/>
            <pc:sldMk cId="1069595759" sldId="2363"/>
            <ac:spMk id="94" creationId="{50786306-F9B5-4F34-A5F3-4396FC1A8D81}"/>
          </ac:spMkLst>
        </pc:spChg>
        <pc:spChg chg="add mod">
          <ac:chgData name="Marklin, Davina" userId="84e4f697-9584-4432-a4f1-a3676e318e0b" providerId="ADAL" clId="{2DF8FF49-25EE-4404-9B6E-E6708B09AD02}" dt="2021-09-15T17:43:34.907" v="670" actId="1076"/>
          <ac:spMkLst>
            <pc:docMk/>
            <pc:sldMk cId="1069595759" sldId="2363"/>
            <ac:spMk id="95" creationId="{A0CA60F1-29A0-4611-B58D-99D2C96A1CF4}"/>
          </ac:spMkLst>
        </pc:spChg>
        <pc:spChg chg="add mod">
          <ac:chgData name="Marklin, Davina" userId="84e4f697-9584-4432-a4f1-a3676e318e0b" providerId="ADAL" clId="{2DF8FF49-25EE-4404-9B6E-E6708B09AD02}" dt="2021-09-15T17:43:34.907" v="670" actId="1076"/>
          <ac:spMkLst>
            <pc:docMk/>
            <pc:sldMk cId="1069595759" sldId="2363"/>
            <ac:spMk id="96" creationId="{15B9EFB9-2ACF-4DBB-A6EB-95E8C8B468F8}"/>
          </ac:spMkLst>
        </pc:spChg>
        <pc:spChg chg="add mod">
          <ac:chgData name="Marklin, Davina" userId="84e4f697-9584-4432-a4f1-a3676e318e0b" providerId="ADAL" clId="{2DF8FF49-25EE-4404-9B6E-E6708B09AD02}" dt="2021-09-15T17:43:34.907" v="670" actId="1076"/>
          <ac:spMkLst>
            <pc:docMk/>
            <pc:sldMk cId="1069595759" sldId="2363"/>
            <ac:spMk id="97" creationId="{188969F8-2FF7-4A61-92CD-3768187E7A23}"/>
          </ac:spMkLst>
        </pc:spChg>
        <pc:spChg chg="add mod">
          <ac:chgData name="Marklin, Davina" userId="84e4f697-9584-4432-a4f1-a3676e318e0b" providerId="ADAL" clId="{2DF8FF49-25EE-4404-9B6E-E6708B09AD02}" dt="2021-09-15T17:43:34.907" v="670" actId="1076"/>
          <ac:spMkLst>
            <pc:docMk/>
            <pc:sldMk cId="1069595759" sldId="2363"/>
            <ac:spMk id="98" creationId="{BBCAB9FE-C9F2-458E-AF32-A9DAF6F5D972}"/>
          </ac:spMkLst>
        </pc:spChg>
        <pc:spChg chg="add mod">
          <ac:chgData name="Marklin, Davina" userId="84e4f697-9584-4432-a4f1-a3676e318e0b" providerId="ADAL" clId="{2DF8FF49-25EE-4404-9B6E-E6708B09AD02}" dt="2021-09-15T17:43:34.907" v="670" actId="1076"/>
          <ac:spMkLst>
            <pc:docMk/>
            <pc:sldMk cId="1069595759" sldId="2363"/>
            <ac:spMk id="99" creationId="{C8E5B457-34A6-43B9-80E5-41D0E3B1A00F}"/>
          </ac:spMkLst>
        </pc:spChg>
        <pc:spChg chg="add mod">
          <ac:chgData name="Marklin, Davina" userId="84e4f697-9584-4432-a4f1-a3676e318e0b" providerId="ADAL" clId="{2DF8FF49-25EE-4404-9B6E-E6708B09AD02}" dt="2021-09-15T17:43:34.907" v="670" actId="1076"/>
          <ac:spMkLst>
            <pc:docMk/>
            <pc:sldMk cId="1069595759" sldId="2363"/>
            <ac:spMk id="104" creationId="{AE53ED15-8DC3-4A4A-A3AF-7CB18D016E6A}"/>
          </ac:spMkLst>
        </pc:spChg>
        <pc:spChg chg="add mod">
          <ac:chgData name="Marklin, Davina" userId="84e4f697-9584-4432-a4f1-a3676e318e0b" providerId="ADAL" clId="{2DF8FF49-25EE-4404-9B6E-E6708B09AD02}" dt="2021-09-15T17:43:34.907" v="670" actId="1076"/>
          <ac:spMkLst>
            <pc:docMk/>
            <pc:sldMk cId="1069595759" sldId="2363"/>
            <ac:spMk id="105" creationId="{1433CB6A-A709-4FC5-A3D3-791A6001DBF1}"/>
          </ac:spMkLst>
        </pc:spChg>
        <pc:spChg chg="add mod">
          <ac:chgData name="Marklin, Davina" userId="84e4f697-9584-4432-a4f1-a3676e318e0b" providerId="ADAL" clId="{2DF8FF49-25EE-4404-9B6E-E6708B09AD02}" dt="2021-09-15T17:43:34.907" v="670" actId="1076"/>
          <ac:spMkLst>
            <pc:docMk/>
            <pc:sldMk cId="1069595759" sldId="2363"/>
            <ac:spMk id="106" creationId="{5FEE5ED8-968A-4D85-A762-22026524954E}"/>
          </ac:spMkLst>
        </pc:spChg>
        <pc:spChg chg="add mod">
          <ac:chgData name="Marklin, Davina" userId="84e4f697-9584-4432-a4f1-a3676e318e0b" providerId="ADAL" clId="{2DF8FF49-25EE-4404-9B6E-E6708B09AD02}" dt="2021-09-15T17:43:34.907" v="670" actId="1076"/>
          <ac:spMkLst>
            <pc:docMk/>
            <pc:sldMk cId="1069595759" sldId="2363"/>
            <ac:spMk id="107" creationId="{F015249D-6B22-469F-BC9B-18CF0E8479C2}"/>
          </ac:spMkLst>
        </pc:spChg>
        <pc:spChg chg="add mod">
          <ac:chgData name="Marklin, Davina" userId="84e4f697-9584-4432-a4f1-a3676e318e0b" providerId="ADAL" clId="{2DF8FF49-25EE-4404-9B6E-E6708B09AD02}" dt="2021-09-15T17:43:34.907" v="670" actId="1076"/>
          <ac:spMkLst>
            <pc:docMk/>
            <pc:sldMk cId="1069595759" sldId="2363"/>
            <ac:spMk id="111" creationId="{816D0FBB-EC40-44AC-8E02-543C51727A82}"/>
          </ac:spMkLst>
        </pc:spChg>
        <pc:spChg chg="add mod">
          <ac:chgData name="Marklin, Davina" userId="84e4f697-9584-4432-a4f1-a3676e318e0b" providerId="ADAL" clId="{2DF8FF49-25EE-4404-9B6E-E6708B09AD02}" dt="2021-09-15T17:43:34.907" v="670" actId="1076"/>
          <ac:spMkLst>
            <pc:docMk/>
            <pc:sldMk cId="1069595759" sldId="2363"/>
            <ac:spMk id="112" creationId="{82C6DAD4-6C1B-4849-9351-05663C3EB291}"/>
          </ac:spMkLst>
        </pc:spChg>
        <pc:spChg chg="add mod">
          <ac:chgData name="Marklin, Davina" userId="84e4f697-9584-4432-a4f1-a3676e318e0b" providerId="ADAL" clId="{2DF8FF49-25EE-4404-9B6E-E6708B09AD02}" dt="2021-09-15T17:43:34.907" v="670" actId="1076"/>
          <ac:spMkLst>
            <pc:docMk/>
            <pc:sldMk cId="1069595759" sldId="2363"/>
            <ac:spMk id="113" creationId="{A154C460-1444-4A44-90DC-3E0E9D5D3F9A}"/>
          </ac:spMkLst>
        </pc:spChg>
        <pc:spChg chg="add mod">
          <ac:chgData name="Marklin, Davina" userId="84e4f697-9584-4432-a4f1-a3676e318e0b" providerId="ADAL" clId="{2DF8FF49-25EE-4404-9B6E-E6708B09AD02}" dt="2021-09-15T17:43:34.907" v="670" actId="1076"/>
          <ac:spMkLst>
            <pc:docMk/>
            <pc:sldMk cId="1069595759" sldId="2363"/>
            <ac:spMk id="114" creationId="{568D2553-D637-4332-B14C-A32F8D837621}"/>
          </ac:spMkLst>
        </pc:spChg>
        <pc:spChg chg="add mod">
          <ac:chgData name="Marklin, Davina" userId="84e4f697-9584-4432-a4f1-a3676e318e0b" providerId="ADAL" clId="{2DF8FF49-25EE-4404-9B6E-E6708B09AD02}" dt="2021-09-15T17:43:34.907" v="670" actId="1076"/>
          <ac:spMkLst>
            <pc:docMk/>
            <pc:sldMk cId="1069595759" sldId="2363"/>
            <ac:spMk id="115" creationId="{4F28CEEA-A06F-499F-8F4F-20D724A0A714}"/>
          </ac:spMkLst>
        </pc:spChg>
        <pc:spChg chg="add mod">
          <ac:chgData name="Marklin, Davina" userId="84e4f697-9584-4432-a4f1-a3676e318e0b" providerId="ADAL" clId="{2DF8FF49-25EE-4404-9B6E-E6708B09AD02}" dt="2021-09-15T17:43:34.907" v="670" actId="1076"/>
          <ac:spMkLst>
            <pc:docMk/>
            <pc:sldMk cId="1069595759" sldId="2363"/>
            <ac:spMk id="116" creationId="{290A7082-7030-44F7-BFD6-92A4BB5C7FAB}"/>
          </ac:spMkLst>
        </pc:spChg>
        <pc:spChg chg="add mod">
          <ac:chgData name="Marklin, Davina" userId="84e4f697-9584-4432-a4f1-a3676e318e0b" providerId="ADAL" clId="{2DF8FF49-25EE-4404-9B6E-E6708B09AD02}" dt="2021-09-15T17:43:34.907" v="670" actId="1076"/>
          <ac:spMkLst>
            <pc:docMk/>
            <pc:sldMk cId="1069595759" sldId="2363"/>
            <ac:spMk id="119" creationId="{C0FFA1DE-9381-41AF-85C6-215F6E0EF9DC}"/>
          </ac:spMkLst>
        </pc:spChg>
        <pc:spChg chg="add mod">
          <ac:chgData name="Marklin, Davina" userId="84e4f697-9584-4432-a4f1-a3676e318e0b" providerId="ADAL" clId="{2DF8FF49-25EE-4404-9B6E-E6708B09AD02}" dt="2021-09-15T17:43:34.907" v="670" actId="1076"/>
          <ac:spMkLst>
            <pc:docMk/>
            <pc:sldMk cId="1069595759" sldId="2363"/>
            <ac:spMk id="124" creationId="{8119B4E5-E459-4F92-89A0-EBB33CB047C1}"/>
          </ac:spMkLst>
        </pc:spChg>
        <pc:spChg chg="add mod">
          <ac:chgData name="Marklin, Davina" userId="84e4f697-9584-4432-a4f1-a3676e318e0b" providerId="ADAL" clId="{2DF8FF49-25EE-4404-9B6E-E6708B09AD02}" dt="2021-09-15T17:43:34.907" v="670" actId="1076"/>
          <ac:spMkLst>
            <pc:docMk/>
            <pc:sldMk cId="1069595759" sldId="2363"/>
            <ac:spMk id="125" creationId="{4FEF2167-E3FE-4395-B8B0-FB80F45DCAA7}"/>
          </ac:spMkLst>
        </pc:spChg>
        <pc:spChg chg="add mod">
          <ac:chgData name="Marklin, Davina" userId="84e4f697-9584-4432-a4f1-a3676e318e0b" providerId="ADAL" clId="{2DF8FF49-25EE-4404-9B6E-E6708B09AD02}" dt="2021-09-15T17:43:34.907" v="670" actId="1076"/>
          <ac:spMkLst>
            <pc:docMk/>
            <pc:sldMk cId="1069595759" sldId="2363"/>
            <ac:spMk id="126" creationId="{0E31554C-0891-4A85-8407-E4BB53DF826A}"/>
          </ac:spMkLst>
        </pc:spChg>
        <pc:spChg chg="add mod">
          <ac:chgData name="Marklin, Davina" userId="84e4f697-9584-4432-a4f1-a3676e318e0b" providerId="ADAL" clId="{2DF8FF49-25EE-4404-9B6E-E6708B09AD02}" dt="2021-09-15T17:43:34.907" v="670" actId="1076"/>
          <ac:spMkLst>
            <pc:docMk/>
            <pc:sldMk cId="1069595759" sldId="2363"/>
            <ac:spMk id="128" creationId="{742259A3-A645-4D6D-82BC-D96EDB75A75F}"/>
          </ac:spMkLst>
        </pc:spChg>
        <pc:spChg chg="add mod">
          <ac:chgData name="Marklin, Davina" userId="84e4f697-9584-4432-a4f1-a3676e318e0b" providerId="ADAL" clId="{2DF8FF49-25EE-4404-9B6E-E6708B09AD02}" dt="2021-09-15T17:43:34.907" v="670" actId="1076"/>
          <ac:spMkLst>
            <pc:docMk/>
            <pc:sldMk cId="1069595759" sldId="2363"/>
            <ac:spMk id="129" creationId="{BB4C4515-D549-4780-80C0-47528113D4DA}"/>
          </ac:spMkLst>
        </pc:spChg>
        <pc:spChg chg="add mod">
          <ac:chgData name="Marklin, Davina" userId="84e4f697-9584-4432-a4f1-a3676e318e0b" providerId="ADAL" clId="{2DF8FF49-25EE-4404-9B6E-E6708B09AD02}" dt="2021-09-15T17:43:34.907" v="670" actId="1076"/>
          <ac:spMkLst>
            <pc:docMk/>
            <pc:sldMk cId="1069595759" sldId="2363"/>
            <ac:spMk id="130" creationId="{49A092CC-24F5-4AA6-894F-CCFE27A2C0BA}"/>
          </ac:spMkLst>
        </pc:spChg>
        <pc:spChg chg="add mod">
          <ac:chgData name="Marklin, Davina" userId="84e4f697-9584-4432-a4f1-a3676e318e0b" providerId="ADAL" clId="{2DF8FF49-25EE-4404-9B6E-E6708B09AD02}" dt="2021-09-15T17:43:34.907" v="670" actId="1076"/>
          <ac:spMkLst>
            <pc:docMk/>
            <pc:sldMk cId="1069595759" sldId="2363"/>
            <ac:spMk id="131" creationId="{C16391B3-4590-4075-9662-0302980B8F0E}"/>
          </ac:spMkLst>
        </pc:spChg>
        <pc:spChg chg="add mod">
          <ac:chgData name="Marklin, Davina" userId="84e4f697-9584-4432-a4f1-a3676e318e0b" providerId="ADAL" clId="{2DF8FF49-25EE-4404-9B6E-E6708B09AD02}" dt="2021-09-15T17:43:34.907" v="670" actId="1076"/>
          <ac:spMkLst>
            <pc:docMk/>
            <pc:sldMk cId="1069595759" sldId="2363"/>
            <ac:spMk id="134" creationId="{2EBB45B4-2599-4A6C-9EBC-AAF39AB9E8F4}"/>
          </ac:spMkLst>
        </pc:spChg>
        <pc:spChg chg="add mod">
          <ac:chgData name="Marklin, Davina" userId="84e4f697-9584-4432-a4f1-a3676e318e0b" providerId="ADAL" clId="{2DF8FF49-25EE-4404-9B6E-E6708B09AD02}" dt="2021-09-15T17:43:34.907" v="670" actId="1076"/>
          <ac:spMkLst>
            <pc:docMk/>
            <pc:sldMk cId="1069595759" sldId="2363"/>
            <ac:spMk id="135" creationId="{C7673B39-0FCE-473B-99FD-6A17824192B1}"/>
          </ac:spMkLst>
        </pc:spChg>
        <pc:spChg chg="add mod">
          <ac:chgData name="Marklin, Davina" userId="84e4f697-9584-4432-a4f1-a3676e318e0b" providerId="ADAL" clId="{2DF8FF49-25EE-4404-9B6E-E6708B09AD02}" dt="2021-09-15T17:43:34.907" v="670" actId="1076"/>
          <ac:spMkLst>
            <pc:docMk/>
            <pc:sldMk cId="1069595759" sldId="2363"/>
            <ac:spMk id="137" creationId="{F2A4A478-5EFB-4DE3-ACCD-4DEE2CBB56E1}"/>
          </ac:spMkLst>
        </pc:spChg>
        <pc:spChg chg="add mod">
          <ac:chgData name="Marklin, Davina" userId="84e4f697-9584-4432-a4f1-a3676e318e0b" providerId="ADAL" clId="{2DF8FF49-25EE-4404-9B6E-E6708B09AD02}" dt="2021-09-15T17:43:34.907" v="670" actId="1076"/>
          <ac:spMkLst>
            <pc:docMk/>
            <pc:sldMk cId="1069595759" sldId="2363"/>
            <ac:spMk id="139" creationId="{34A1A5BC-3E99-4386-AE3A-92712CA7B273}"/>
          </ac:spMkLst>
        </pc:spChg>
        <pc:spChg chg="add mod">
          <ac:chgData name="Marklin, Davina" userId="84e4f697-9584-4432-a4f1-a3676e318e0b" providerId="ADAL" clId="{2DF8FF49-25EE-4404-9B6E-E6708B09AD02}" dt="2021-09-15T17:43:34.907" v="670" actId="1076"/>
          <ac:spMkLst>
            <pc:docMk/>
            <pc:sldMk cId="1069595759" sldId="2363"/>
            <ac:spMk id="142" creationId="{089E4660-EFC9-44D9-B478-DB1D13E1DF0F}"/>
          </ac:spMkLst>
        </pc:spChg>
        <pc:spChg chg="add mod">
          <ac:chgData name="Marklin, Davina" userId="84e4f697-9584-4432-a4f1-a3676e318e0b" providerId="ADAL" clId="{2DF8FF49-25EE-4404-9B6E-E6708B09AD02}" dt="2021-09-15T17:43:34.907" v="670" actId="1076"/>
          <ac:spMkLst>
            <pc:docMk/>
            <pc:sldMk cId="1069595759" sldId="2363"/>
            <ac:spMk id="144" creationId="{9BC22DFA-D62B-4C99-A814-4BBF8A9E2402}"/>
          </ac:spMkLst>
        </pc:spChg>
        <pc:spChg chg="add mod">
          <ac:chgData name="Marklin, Davina" userId="84e4f697-9584-4432-a4f1-a3676e318e0b" providerId="ADAL" clId="{2DF8FF49-25EE-4404-9B6E-E6708B09AD02}" dt="2021-09-15T17:43:34.907" v="670" actId="1076"/>
          <ac:spMkLst>
            <pc:docMk/>
            <pc:sldMk cId="1069595759" sldId="2363"/>
            <ac:spMk id="146" creationId="{2D2DE3EB-365E-4A5C-85CC-265CFD7F9CF3}"/>
          </ac:spMkLst>
        </pc:spChg>
        <pc:spChg chg="add mod">
          <ac:chgData name="Marklin, Davina" userId="84e4f697-9584-4432-a4f1-a3676e318e0b" providerId="ADAL" clId="{2DF8FF49-25EE-4404-9B6E-E6708B09AD02}" dt="2021-09-15T17:43:34.907" v="670" actId="1076"/>
          <ac:spMkLst>
            <pc:docMk/>
            <pc:sldMk cId="1069595759" sldId="2363"/>
            <ac:spMk id="148" creationId="{5848E0DE-A61D-4519-9DD5-3FC714451605}"/>
          </ac:spMkLst>
        </pc:spChg>
        <pc:spChg chg="add mod">
          <ac:chgData name="Marklin, Davina" userId="84e4f697-9584-4432-a4f1-a3676e318e0b" providerId="ADAL" clId="{2DF8FF49-25EE-4404-9B6E-E6708B09AD02}" dt="2021-09-15T17:43:34.907" v="670" actId="1076"/>
          <ac:spMkLst>
            <pc:docMk/>
            <pc:sldMk cId="1069595759" sldId="2363"/>
            <ac:spMk id="150" creationId="{A27EF1C1-C1B4-415A-8762-29A0826ABA7F}"/>
          </ac:spMkLst>
        </pc:spChg>
        <pc:spChg chg="add mod">
          <ac:chgData name="Marklin, Davina" userId="84e4f697-9584-4432-a4f1-a3676e318e0b" providerId="ADAL" clId="{2DF8FF49-25EE-4404-9B6E-E6708B09AD02}" dt="2021-09-15T17:43:34.907" v="670" actId="1076"/>
          <ac:spMkLst>
            <pc:docMk/>
            <pc:sldMk cId="1069595759" sldId="2363"/>
            <ac:spMk id="151" creationId="{7058252F-81ED-4E67-90CB-419D0037D8F9}"/>
          </ac:spMkLst>
        </pc:spChg>
        <pc:spChg chg="add mod">
          <ac:chgData name="Marklin, Davina" userId="84e4f697-9584-4432-a4f1-a3676e318e0b" providerId="ADAL" clId="{2DF8FF49-25EE-4404-9B6E-E6708B09AD02}" dt="2021-09-15T17:43:34.907" v="670" actId="1076"/>
          <ac:spMkLst>
            <pc:docMk/>
            <pc:sldMk cId="1069595759" sldId="2363"/>
            <ac:spMk id="152" creationId="{34C72B26-6C1E-4D34-B591-18D55E73DF96}"/>
          </ac:spMkLst>
        </pc:spChg>
        <pc:spChg chg="add mod">
          <ac:chgData name="Marklin, Davina" userId="84e4f697-9584-4432-a4f1-a3676e318e0b" providerId="ADAL" clId="{2DF8FF49-25EE-4404-9B6E-E6708B09AD02}" dt="2021-09-15T17:43:34.907" v="670" actId="1076"/>
          <ac:spMkLst>
            <pc:docMk/>
            <pc:sldMk cId="1069595759" sldId="2363"/>
            <ac:spMk id="153" creationId="{84FF416C-3F64-49D4-BFAC-34826F953F32}"/>
          </ac:spMkLst>
        </pc:spChg>
        <pc:spChg chg="add mod">
          <ac:chgData name="Marklin, Davina" userId="84e4f697-9584-4432-a4f1-a3676e318e0b" providerId="ADAL" clId="{2DF8FF49-25EE-4404-9B6E-E6708B09AD02}" dt="2021-09-15T17:43:34.907" v="670" actId="1076"/>
          <ac:spMkLst>
            <pc:docMk/>
            <pc:sldMk cId="1069595759" sldId="2363"/>
            <ac:spMk id="154" creationId="{2A1F5BFC-FDD6-4D2C-92D2-E1E20DD02A12}"/>
          </ac:spMkLst>
        </pc:spChg>
        <pc:spChg chg="add mod">
          <ac:chgData name="Marklin, Davina" userId="84e4f697-9584-4432-a4f1-a3676e318e0b" providerId="ADAL" clId="{2DF8FF49-25EE-4404-9B6E-E6708B09AD02}" dt="2021-09-15T17:43:34.907" v="670" actId="1076"/>
          <ac:spMkLst>
            <pc:docMk/>
            <pc:sldMk cId="1069595759" sldId="2363"/>
            <ac:spMk id="155" creationId="{97B5EA16-F27B-449A-80CF-C15962F6267B}"/>
          </ac:spMkLst>
        </pc:spChg>
        <pc:spChg chg="add mod">
          <ac:chgData name="Marklin, Davina" userId="84e4f697-9584-4432-a4f1-a3676e318e0b" providerId="ADAL" clId="{2DF8FF49-25EE-4404-9B6E-E6708B09AD02}" dt="2021-09-15T17:43:34.907" v="670" actId="1076"/>
          <ac:spMkLst>
            <pc:docMk/>
            <pc:sldMk cId="1069595759" sldId="2363"/>
            <ac:spMk id="158" creationId="{28BFE54C-F1B9-4184-A3B6-B1DDD92A54C2}"/>
          </ac:spMkLst>
        </pc:spChg>
        <pc:spChg chg="add mod">
          <ac:chgData name="Marklin, Davina" userId="84e4f697-9584-4432-a4f1-a3676e318e0b" providerId="ADAL" clId="{2DF8FF49-25EE-4404-9B6E-E6708B09AD02}" dt="2021-09-15T17:43:34.907" v="670" actId="1076"/>
          <ac:spMkLst>
            <pc:docMk/>
            <pc:sldMk cId="1069595759" sldId="2363"/>
            <ac:spMk id="160" creationId="{BF0980AA-2049-417C-A90D-196FB0917E49}"/>
          </ac:spMkLst>
        </pc:spChg>
        <pc:spChg chg="add mod">
          <ac:chgData name="Marklin, Davina" userId="84e4f697-9584-4432-a4f1-a3676e318e0b" providerId="ADAL" clId="{2DF8FF49-25EE-4404-9B6E-E6708B09AD02}" dt="2021-09-15T17:43:34.907" v="670" actId="1076"/>
          <ac:spMkLst>
            <pc:docMk/>
            <pc:sldMk cId="1069595759" sldId="2363"/>
            <ac:spMk id="162" creationId="{CB557105-374C-4BD5-BB70-F43AB3B8A17A}"/>
          </ac:spMkLst>
        </pc:spChg>
        <pc:spChg chg="add mod">
          <ac:chgData name="Marklin, Davina" userId="84e4f697-9584-4432-a4f1-a3676e318e0b" providerId="ADAL" clId="{2DF8FF49-25EE-4404-9B6E-E6708B09AD02}" dt="2021-09-15T17:43:34.907" v="670" actId="1076"/>
          <ac:spMkLst>
            <pc:docMk/>
            <pc:sldMk cId="1069595759" sldId="2363"/>
            <ac:spMk id="164" creationId="{4388D813-EED7-4533-95C1-150F0E5CFDD2}"/>
          </ac:spMkLst>
        </pc:spChg>
        <pc:spChg chg="add mod">
          <ac:chgData name="Marklin, Davina" userId="84e4f697-9584-4432-a4f1-a3676e318e0b" providerId="ADAL" clId="{2DF8FF49-25EE-4404-9B6E-E6708B09AD02}" dt="2021-09-15T17:43:34.907" v="670" actId="1076"/>
          <ac:spMkLst>
            <pc:docMk/>
            <pc:sldMk cId="1069595759" sldId="2363"/>
            <ac:spMk id="167" creationId="{0DB9637A-D9F1-427D-8095-F2DB8AB52B56}"/>
          </ac:spMkLst>
        </pc:spChg>
        <pc:spChg chg="add mod">
          <ac:chgData name="Marklin, Davina" userId="84e4f697-9584-4432-a4f1-a3676e318e0b" providerId="ADAL" clId="{2DF8FF49-25EE-4404-9B6E-E6708B09AD02}" dt="2021-09-15T17:43:34.907" v="670" actId="1076"/>
          <ac:spMkLst>
            <pc:docMk/>
            <pc:sldMk cId="1069595759" sldId="2363"/>
            <ac:spMk id="168" creationId="{1247AD9E-1351-44A7-B5FC-8614B0E1477D}"/>
          </ac:spMkLst>
        </pc:spChg>
        <pc:spChg chg="add mod">
          <ac:chgData name="Marklin, Davina" userId="84e4f697-9584-4432-a4f1-a3676e318e0b" providerId="ADAL" clId="{2DF8FF49-25EE-4404-9B6E-E6708B09AD02}" dt="2021-09-15T17:43:34.907" v="670" actId="1076"/>
          <ac:spMkLst>
            <pc:docMk/>
            <pc:sldMk cId="1069595759" sldId="2363"/>
            <ac:spMk id="170" creationId="{321ACCFE-5434-42F9-9F86-0A693534E6E0}"/>
          </ac:spMkLst>
        </pc:spChg>
        <pc:spChg chg="add mod">
          <ac:chgData name="Marklin, Davina" userId="84e4f697-9584-4432-a4f1-a3676e318e0b" providerId="ADAL" clId="{2DF8FF49-25EE-4404-9B6E-E6708B09AD02}" dt="2021-09-15T17:43:34.907" v="670" actId="1076"/>
          <ac:spMkLst>
            <pc:docMk/>
            <pc:sldMk cId="1069595759" sldId="2363"/>
            <ac:spMk id="171" creationId="{42C29822-13E4-40B9-A7CE-4304713A88C0}"/>
          </ac:spMkLst>
        </pc:spChg>
        <pc:spChg chg="add mod">
          <ac:chgData name="Marklin, Davina" userId="84e4f697-9584-4432-a4f1-a3676e318e0b" providerId="ADAL" clId="{2DF8FF49-25EE-4404-9B6E-E6708B09AD02}" dt="2021-09-15T17:43:34.907" v="670" actId="1076"/>
          <ac:spMkLst>
            <pc:docMk/>
            <pc:sldMk cId="1069595759" sldId="2363"/>
            <ac:spMk id="172" creationId="{94591753-1ABA-404D-B0FE-1D3955B092BF}"/>
          </ac:spMkLst>
        </pc:spChg>
        <pc:spChg chg="add mod">
          <ac:chgData name="Marklin, Davina" userId="84e4f697-9584-4432-a4f1-a3676e318e0b" providerId="ADAL" clId="{2DF8FF49-25EE-4404-9B6E-E6708B09AD02}" dt="2021-09-15T17:43:34.907" v="670" actId="1076"/>
          <ac:spMkLst>
            <pc:docMk/>
            <pc:sldMk cId="1069595759" sldId="2363"/>
            <ac:spMk id="173" creationId="{E7F0D29C-C704-468C-AF49-4949F5E299C4}"/>
          </ac:spMkLst>
        </pc:spChg>
        <pc:spChg chg="add mod">
          <ac:chgData name="Marklin, Davina" userId="84e4f697-9584-4432-a4f1-a3676e318e0b" providerId="ADAL" clId="{2DF8FF49-25EE-4404-9B6E-E6708B09AD02}" dt="2021-09-15T17:43:34.907" v="670" actId="1076"/>
          <ac:spMkLst>
            <pc:docMk/>
            <pc:sldMk cId="1069595759" sldId="2363"/>
            <ac:spMk id="174" creationId="{66D07B80-9A4C-42CE-BBAE-ED52C1F9E873}"/>
          </ac:spMkLst>
        </pc:spChg>
        <pc:spChg chg="add mod">
          <ac:chgData name="Marklin, Davina" userId="84e4f697-9584-4432-a4f1-a3676e318e0b" providerId="ADAL" clId="{2DF8FF49-25EE-4404-9B6E-E6708B09AD02}" dt="2021-09-15T17:43:34.907" v="670" actId="1076"/>
          <ac:spMkLst>
            <pc:docMk/>
            <pc:sldMk cId="1069595759" sldId="2363"/>
            <ac:spMk id="176" creationId="{4F7CF658-4B22-4343-8ECE-35765CF8F8AA}"/>
          </ac:spMkLst>
        </pc:spChg>
        <pc:spChg chg="add mod">
          <ac:chgData name="Marklin, Davina" userId="84e4f697-9584-4432-a4f1-a3676e318e0b" providerId="ADAL" clId="{2DF8FF49-25EE-4404-9B6E-E6708B09AD02}" dt="2021-09-15T17:43:34.907" v="670" actId="1076"/>
          <ac:spMkLst>
            <pc:docMk/>
            <pc:sldMk cId="1069595759" sldId="2363"/>
            <ac:spMk id="177" creationId="{E8F499CA-2AB4-4CAE-A0D0-13325A55B992}"/>
          </ac:spMkLst>
        </pc:spChg>
        <pc:spChg chg="add mod">
          <ac:chgData name="Marklin, Davina" userId="84e4f697-9584-4432-a4f1-a3676e318e0b" providerId="ADAL" clId="{2DF8FF49-25EE-4404-9B6E-E6708B09AD02}" dt="2021-09-15T17:43:34.907" v="670" actId="1076"/>
          <ac:spMkLst>
            <pc:docMk/>
            <pc:sldMk cId="1069595759" sldId="2363"/>
            <ac:spMk id="178" creationId="{1C75AA9B-94E6-4B0B-B27F-8D41F3711BA6}"/>
          </ac:spMkLst>
        </pc:spChg>
        <pc:spChg chg="add mod">
          <ac:chgData name="Marklin, Davina" userId="84e4f697-9584-4432-a4f1-a3676e318e0b" providerId="ADAL" clId="{2DF8FF49-25EE-4404-9B6E-E6708B09AD02}" dt="2021-09-15T17:43:34.907" v="670" actId="1076"/>
          <ac:spMkLst>
            <pc:docMk/>
            <pc:sldMk cId="1069595759" sldId="2363"/>
            <ac:spMk id="179" creationId="{69D5464B-D5C0-4561-AC7E-F98BB5FB6269}"/>
          </ac:spMkLst>
        </pc:spChg>
        <pc:spChg chg="add mod">
          <ac:chgData name="Marklin, Davina" userId="84e4f697-9584-4432-a4f1-a3676e318e0b" providerId="ADAL" clId="{2DF8FF49-25EE-4404-9B6E-E6708B09AD02}" dt="2021-09-15T17:43:34.907" v="670" actId="1076"/>
          <ac:spMkLst>
            <pc:docMk/>
            <pc:sldMk cId="1069595759" sldId="2363"/>
            <ac:spMk id="182" creationId="{98046011-19FF-40BA-BECE-71A8085B77AD}"/>
          </ac:spMkLst>
        </pc:spChg>
        <pc:spChg chg="add mod">
          <ac:chgData name="Marklin, Davina" userId="84e4f697-9584-4432-a4f1-a3676e318e0b" providerId="ADAL" clId="{2DF8FF49-25EE-4404-9B6E-E6708B09AD02}" dt="2021-09-15T17:43:34.907" v="670" actId="1076"/>
          <ac:spMkLst>
            <pc:docMk/>
            <pc:sldMk cId="1069595759" sldId="2363"/>
            <ac:spMk id="184" creationId="{D0076B4A-63D1-48DE-866C-A41147EC3C40}"/>
          </ac:spMkLst>
        </pc:spChg>
        <pc:spChg chg="add mod">
          <ac:chgData name="Marklin, Davina" userId="84e4f697-9584-4432-a4f1-a3676e318e0b" providerId="ADAL" clId="{2DF8FF49-25EE-4404-9B6E-E6708B09AD02}" dt="2021-09-15T17:43:34.907" v="670" actId="1076"/>
          <ac:spMkLst>
            <pc:docMk/>
            <pc:sldMk cId="1069595759" sldId="2363"/>
            <ac:spMk id="186" creationId="{5719274F-64EB-48A5-9B39-7FF2F0ACDBDA}"/>
          </ac:spMkLst>
        </pc:spChg>
        <pc:spChg chg="add mod">
          <ac:chgData name="Marklin, Davina" userId="84e4f697-9584-4432-a4f1-a3676e318e0b" providerId="ADAL" clId="{2DF8FF49-25EE-4404-9B6E-E6708B09AD02}" dt="2021-09-15T17:43:34.907" v="670" actId="1076"/>
          <ac:spMkLst>
            <pc:docMk/>
            <pc:sldMk cId="1069595759" sldId="2363"/>
            <ac:spMk id="189" creationId="{3CA57F6F-0892-4BA0-97DD-F6EA976EE18A}"/>
          </ac:spMkLst>
        </pc:spChg>
        <pc:spChg chg="add mod">
          <ac:chgData name="Marklin, Davina" userId="84e4f697-9584-4432-a4f1-a3676e318e0b" providerId="ADAL" clId="{2DF8FF49-25EE-4404-9B6E-E6708B09AD02}" dt="2021-09-15T17:43:34.907" v="670" actId="1076"/>
          <ac:spMkLst>
            <pc:docMk/>
            <pc:sldMk cId="1069595759" sldId="2363"/>
            <ac:spMk id="191" creationId="{CC24B321-B82A-4063-85ED-D5F323A67137}"/>
          </ac:spMkLst>
        </pc:spChg>
        <pc:spChg chg="add mod">
          <ac:chgData name="Marklin, Davina" userId="84e4f697-9584-4432-a4f1-a3676e318e0b" providerId="ADAL" clId="{2DF8FF49-25EE-4404-9B6E-E6708B09AD02}" dt="2021-09-15T17:43:34.907" v="670" actId="1076"/>
          <ac:spMkLst>
            <pc:docMk/>
            <pc:sldMk cId="1069595759" sldId="2363"/>
            <ac:spMk id="192" creationId="{60976A8C-6BF5-4F65-961D-D16DC9C2463D}"/>
          </ac:spMkLst>
        </pc:spChg>
        <pc:spChg chg="add mod">
          <ac:chgData name="Marklin, Davina" userId="84e4f697-9584-4432-a4f1-a3676e318e0b" providerId="ADAL" clId="{2DF8FF49-25EE-4404-9B6E-E6708B09AD02}" dt="2021-09-15T17:43:34.907" v="670" actId="1076"/>
          <ac:spMkLst>
            <pc:docMk/>
            <pc:sldMk cId="1069595759" sldId="2363"/>
            <ac:spMk id="194" creationId="{C8E0CF8E-C544-4039-967F-6C40345CFDBA}"/>
          </ac:spMkLst>
        </pc:spChg>
        <pc:spChg chg="mod">
          <ac:chgData name="Marklin, Davina" userId="84e4f697-9584-4432-a4f1-a3676e318e0b" providerId="ADAL" clId="{2DF8FF49-25EE-4404-9B6E-E6708B09AD02}" dt="2021-09-15T17:43:10.951" v="635"/>
          <ac:spMkLst>
            <pc:docMk/>
            <pc:sldMk cId="1069595759" sldId="2363"/>
            <ac:spMk id="197" creationId="{CD93D08D-75EA-42FC-B8D1-3FA1254B6DC7}"/>
          </ac:spMkLst>
        </pc:spChg>
        <pc:spChg chg="mod">
          <ac:chgData name="Marklin, Davina" userId="84e4f697-9584-4432-a4f1-a3676e318e0b" providerId="ADAL" clId="{2DF8FF49-25EE-4404-9B6E-E6708B09AD02}" dt="2021-09-15T17:43:10.951" v="635"/>
          <ac:spMkLst>
            <pc:docMk/>
            <pc:sldMk cId="1069595759" sldId="2363"/>
            <ac:spMk id="198" creationId="{6E7295E2-9166-4369-BD75-991628EF8F9D}"/>
          </ac:spMkLst>
        </pc:spChg>
        <pc:spChg chg="mod">
          <ac:chgData name="Marklin, Davina" userId="84e4f697-9584-4432-a4f1-a3676e318e0b" providerId="ADAL" clId="{2DF8FF49-25EE-4404-9B6E-E6708B09AD02}" dt="2021-09-15T17:43:10.951" v="635"/>
          <ac:spMkLst>
            <pc:docMk/>
            <pc:sldMk cId="1069595759" sldId="2363"/>
            <ac:spMk id="199" creationId="{12E04C36-E6E2-4E22-8AF8-A7E3FF20915D}"/>
          </ac:spMkLst>
        </pc:spChg>
        <pc:spChg chg="mod">
          <ac:chgData name="Marklin, Davina" userId="84e4f697-9584-4432-a4f1-a3676e318e0b" providerId="ADAL" clId="{2DF8FF49-25EE-4404-9B6E-E6708B09AD02}" dt="2021-09-15T17:43:10.951" v="635"/>
          <ac:spMkLst>
            <pc:docMk/>
            <pc:sldMk cId="1069595759" sldId="2363"/>
            <ac:spMk id="200" creationId="{DEC6A857-6C4D-4296-B2A1-3297428751C1}"/>
          </ac:spMkLst>
        </pc:spChg>
        <pc:spChg chg="mod">
          <ac:chgData name="Marklin, Davina" userId="84e4f697-9584-4432-a4f1-a3676e318e0b" providerId="ADAL" clId="{2DF8FF49-25EE-4404-9B6E-E6708B09AD02}" dt="2021-09-15T17:43:10.951" v="635"/>
          <ac:spMkLst>
            <pc:docMk/>
            <pc:sldMk cId="1069595759" sldId="2363"/>
            <ac:spMk id="201" creationId="{C745E931-8F83-4387-987B-DD355AEC4337}"/>
          </ac:spMkLst>
        </pc:spChg>
        <pc:spChg chg="mod">
          <ac:chgData name="Marklin, Davina" userId="84e4f697-9584-4432-a4f1-a3676e318e0b" providerId="ADAL" clId="{2DF8FF49-25EE-4404-9B6E-E6708B09AD02}" dt="2021-09-15T17:43:10.951" v="635"/>
          <ac:spMkLst>
            <pc:docMk/>
            <pc:sldMk cId="1069595759" sldId="2363"/>
            <ac:spMk id="202" creationId="{341B4CC5-5020-4338-BA28-5AD2183E26BA}"/>
          </ac:spMkLst>
        </pc:spChg>
        <pc:spChg chg="mod">
          <ac:chgData name="Marklin, Davina" userId="84e4f697-9584-4432-a4f1-a3676e318e0b" providerId="ADAL" clId="{2DF8FF49-25EE-4404-9B6E-E6708B09AD02}" dt="2021-09-15T17:43:10.951" v="635"/>
          <ac:spMkLst>
            <pc:docMk/>
            <pc:sldMk cId="1069595759" sldId="2363"/>
            <ac:spMk id="203" creationId="{BE547DEB-D48E-4E93-8C05-1095B07C16EB}"/>
          </ac:spMkLst>
        </pc:spChg>
        <pc:spChg chg="mod">
          <ac:chgData name="Marklin, Davina" userId="84e4f697-9584-4432-a4f1-a3676e318e0b" providerId="ADAL" clId="{2DF8FF49-25EE-4404-9B6E-E6708B09AD02}" dt="2021-09-15T17:43:10.951" v="635"/>
          <ac:spMkLst>
            <pc:docMk/>
            <pc:sldMk cId="1069595759" sldId="2363"/>
            <ac:spMk id="204" creationId="{44943ECC-E559-430D-9F2B-E8C33ABB1A81}"/>
          </ac:spMkLst>
        </pc:spChg>
        <pc:spChg chg="mod">
          <ac:chgData name="Marklin, Davina" userId="84e4f697-9584-4432-a4f1-a3676e318e0b" providerId="ADAL" clId="{2DF8FF49-25EE-4404-9B6E-E6708B09AD02}" dt="2021-09-15T17:43:10.951" v="635"/>
          <ac:spMkLst>
            <pc:docMk/>
            <pc:sldMk cId="1069595759" sldId="2363"/>
            <ac:spMk id="205" creationId="{2A3B7D7D-25C5-4A99-BE32-4666B4CA2C66}"/>
          </ac:spMkLst>
        </pc:spChg>
        <pc:spChg chg="mod">
          <ac:chgData name="Marklin, Davina" userId="84e4f697-9584-4432-a4f1-a3676e318e0b" providerId="ADAL" clId="{2DF8FF49-25EE-4404-9B6E-E6708B09AD02}" dt="2021-09-15T17:43:10.951" v="635"/>
          <ac:spMkLst>
            <pc:docMk/>
            <pc:sldMk cId="1069595759" sldId="2363"/>
            <ac:spMk id="206" creationId="{261EC7AE-8C96-46AC-AB8A-8727B6097759}"/>
          </ac:spMkLst>
        </pc:spChg>
        <pc:spChg chg="mod">
          <ac:chgData name="Marklin, Davina" userId="84e4f697-9584-4432-a4f1-a3676e318e0b" providerId="ADAL" clId="{2DF8FF49-25EE-4404-9B6E-E6708B09AD02}" dt="2021-09-15T17:43:10.951" v="635"/>
          <ac:spMkLst>
            <pc:docMk/>
            <pc:sldMk cId="1069595759" sldId="2363"/>
            <ac:spMk id="207" creationId="{EE12DB5E-5028-4E91-B741-1B426914F280}"/>
          </ac:spMkLst>
        </pc:spChg>
        <pc:spChg chg="mod">
          <ac:chgData name="Marklin, Davina" userId="84e4f697-9584-4432-a4f1-a3676e318e0b" providerId="ADAL" clId="{2DF8FF49-25EE-4404-9B6E-E6708B09AD02}" dt="2021-09-15T17:43:10.951" v="635"/>
          <ac:spMkLst>
            <pc:docMk/>
            <pc:sldMk cId="1069595759" sldId="2363"/>
            <ac:spMk id="208" creationId="{23A04C9E-2DC2-461B-ABB1-18EA4F521361}"/>
          </ac:spMkLst>
        </pc:spChg>
        <pc:spChg chg="mod">
          <ac:chgData name="Marklin, Davina" userId="84e4f697-9584-4432-a4f1-a3676e318e0b" providerId="ADAL" clId="{2DF8FF49-25EE-4404-9B6E-E6708B09AD02}" dt="2021-09-15T17:43:10.951" v="635"/>
          <ac:spMkLst>
            <pc:docMk/>
            <pc:sldMk cId="1069595759" sldId="2363"/>
            <ac:spMk id="209" creationId="{FBA19D42-4220-4550-A081-601D9BC54DEA}"/>
          </ac:spMkLst>
        </pc:spChg>
        <pc:spChg chg="mod">
          <ac:chgData name="Marklin, Davina" userId="84e4f697-9584-4432-a4f1-a3676e318e0b" providerId="ADAL" clId="{2DF8FF49-25EE-4404-9B6E-E6708B09AD02}" dt="2021-09-15T17:43:10.951" v="635"/>
          <ac:spMkLst>
            <pc:docMk/>
            <pc:sldMk cId="1069595759" sldId="2363"/>
            <ac:spMk id="210" creationId="{84525217-68FF-4DCC-92E2-BEAF2CD2713A}"/>
          </ac:spMkLst>
        </pc:spChg>
        <pc:spChg chg="mod">
          <ac:chgData name="Marklin, Davina" userId="84e4f697-9584-4432-a4f1-a3676e318e0b" providerId="ADAL" clId="{2DF8FF49-25EE-4404-9B6E-E6708B09AD02}" dt="2021-09-15T17:43:10.951" v="635"/>
          <ac:spMkLst>
            <pc:docMk/>
            <pc:sldMk cId="1069595759" sldId="2363"/>
            <ac:spMk id="211" creationId="{A5872041-36DE-4E08-8078-C5FDD8A1A6E2}"/>
          </ac:spMkLst>
        </pc:spChg>
        <pc:spChg chg="mod">
          <ac:chgData name="Marklin, Davina" userId="84e4f697-9584-4432-a4f1-a3676e318e0b" providerId="ADAL" clId="{2DF8FF49-25EE-4404-9B6E-E6708B09AD02}" dt="2021-09-15T17:43:10.951" v="635"/>
          <ac:spMkLst>
            <pc:docMk/>
            <pc:sldMk cId="1069595759" sldId="2363"/>
            <ac:spMk id="212" creationId="{37C2C9FB-12CE-43AE-951B-91A0DBD6504F}"/>
          </ac:spMkLst>
        </pc:spChg>
        <pc:spChg chg="mod">
          <ac:chgData name="Marklin, Davina" userId="84e4f697-9584-4432-a4f1-a3676e318e0b" providerId="ADAL" clId="{2DF8FF49-25EE-4404-9B6E-E6708B09AD02}" dt="2021-09-15T17:43:10.951" v="635"/>
          <ac:spMkLst>
            <pc:docMk/>
            <pc:sldMk cId="1069595759" sldId="2363"/>
            <ac:spMk id="213" creationId="{20049707-4E0B-44AD-89F0-B2238FC85FC1}"/>
          </ac:spMkLst>
        </pc:spChg>
        <pc:spChg chg="mod">
          <ac:chgData name="Marklin, Davina" userId="84e4f697-9584-4432-a4f1-a3676e318e0b" providerId="ADAL" clId="{2DF8FF49-25EE-4404-9B6E-E6708B09AD02}" dt="2021-09-15T17:43:10.951" v="635"/>
          <ac:spMkLst>
            <pc:docMk/>
            <pc:sldMk cId="1069595759" sldId="2363"/>
            <ac:spMk id="214" creationId="{027388E3-164B-4B84-9494-C8CC4D76152B}"/>
          </ac:spMkLst>
        </pc:spChg>
        <pc:spChg chg="mod">
          <ac:chgData name="Marklin, Davina" userId="84e4f697-9584-4432-a4f1-a3676e318e0b" providerId="ADAL" clId="{2DF8FF49-25EE-4404-9B6E-E6708B09AD02}" dt="2021-09-15T17:43:10.951" v="635"/>
          <ac:spMkLst>
            <pc:docMk/>
            <pc:sldMk cId="1069595759" sldId="2363"/>
            <ac:spMk id="215" creationId="{E0B3975A-A108-40A5-9F85-B9094ED0DEFD}"/>
          </ac:spMkLst>
        </pc:spChg>
        <pc:spChg chg="mod">
          <ac:chgData name="Marklin, Davina" userId="84e4f697-9584-4432-a4f1-a3676e318e0b" providerId="ADAL" clId="{2DF8FF49-25EE-4404-9B6E-E6708B09AD02}" dt="2021-09-15T17:43:10.951" v="635"/>
          <ac:spMkLst>
            <pc:docMk/>
            <pc:sldMk cId="1069595759" sldId="2363"/>
            <ac:spMk id="216" creationId="{4565C2C4-563D-44EA-94EC-5130065A6A90}"/>
          </ac:spMkLst>
        </pc:spChg>
        <pc:spChg chg="mod">
          <ac:chgData name="Marklin, Davina" userId="84e4f697-9584-4432-a4f1-a3676e318e0b" providerId="ADAL" clId="{2DF8FF49-25EE-4404-9B6E-E6708B09AD02}" dt="2021-09-15T17:43:10.951" v="635"/>
          <ac:spMkLst>
            <pc:docMk/>
            <pc:sldMk cId="1069595759" sldId="2363"/>
            <ac:spMk id="217" creationId="{1B21CA2A-76B7-413C-AA33-1590B74021A8}"/>
          </ac:spMkLst>
        </pc:spChg>
        <pc:spChg chg="mod">
          <ac:chgData name="Marklin, Davina" userId="84e4f697-9584-4432-a4f1-a3676e318e0b" providerId="ADAL" clId="{2DF8FF49-25EE-4404-9B6E-E6708B09AD02}" dt="2021-09-15T17:43:10.951" v="635"/>
          <ac:spMkLst>
            <pc:docMk/>
            <pc:sldMk cId="1069595759" sldId="2363"/>
            <ac:spMk id="218" creationId="{2799C540-9813-43B3-A637-ED665E8AB370}"/>
          </ac:spMkLst>
        </pc:spChg>
        <pc:spChg chg="add mod">
          <ac:chgData name="Marklin, Davina" userId="84e4f697-9584-4432-a4f1-a3676e318e0b" providerId="ADAL" clId="{2DF8FF49-25EE-4404-9B6E-E6708B09AD02}" dt="2021-09-15T17:43:34.907" v="670" actId="1076"/>
          <ac:spMkLst>
            <pc:docMk/>
            <pc:sldMk cId="1069595759" sldId="2363"/>
            <ac:spMk id="220" creationId="{F44CCA59-B712-4B9F-93CD-EE8AC05F55B2}"/>
          </ac:spMkLst>
        </pc:spChg>
        <pc:spChg chg="add mod">
          <ac:chgData name="Marklin, Davina" userId="84e4f697-9584-4432-a4f1-a3676e318e0b" providerId="ADAL" clId="{2DF8FF49-25EE-4404-9B6E-E6708B09AD02}" dt="2021-09-15T17:43:34.907" v="670" actId="1076"/>
          <ac:spMkLst>
            <pc:docMk/>
            <pc:sldMk cId="1069595759" sldId="2363"/>
            <ac:spMk id="222" creationId="{98788BAF-E0E9-4E42-B2BD-1A56705541CD}"/>
          </ac:spMkLst>
        </pc:spChg>
        <pc:spChg chg="add mod">
          <ac:chgData name="Marklin, Davina" userId="84e4f697-9584-4432-a4f1-a3676e318e0b" providerId="ADAL" clId="{2DF8FF49-25EE-4404-9B6E-E6708B09AD02}" dt="2021-09-15T17:43:34.907" v="670" actId="1076"/>
          <ac:spMkLst>
            <pc:docMk/>
            <pc:sldMk cId="1069595759" sldId="2363"/>
            <ac:spMk id="224" creationId="{A6B874C8-9CFA-463A-AF76-00CB77DE294E}"/>
          </ac:spMkLst>
        </pc:spChg>
        <pc:spChg chg="add mod">
          <ac:chgData name="Marklin, Davina" userId="84e4f697-9584-4432-a4f1-a3676e318e0b" providerId="ADAL" clId="{2DF8FF49-25EE-4404-9B6E-E6708B09AD02}" dt="2021-09-15T17:43:34.907" v="670" actId="1076"/>
          <ac:spMkLst>
            <pc:docMk/>
            <pc:sldMk cId="1069595759" sldId="2363"/>
            <ac:spMk id="226" creationId="{7B017626-819F-4E4B-B264-42763A5F4B38}"/>
          </ac:spMkLst>
        </pc:spChg>
        <pc:spChg chg="add mod">
          <ac:chgData name="Marklin, Davina" userId="84e4f697-9584-4432-a4f1-a3676e318e0b" providerId="ADAL" clId="{2DF8FF49-25EE-4404-9B6E-E6708B09AD02}" dt="2021-09-15T17:43:34.907" v="670" actId="1076"/>
          <ac:spMkLst>
            <pc:docMk/>
            <pc:sldMk cId="1069595759" sldId="2363"/>
            <ac:spMk id="227" creationId="{586BD737-D480-45D5-B3E3-7D0D3ACBB2BB}"/>
          </ac:spMkLst>
        </pc:spChg>
        <pc:spChg chg="add mod">
          <ac:chgData name="Marklin, Davina" userId="84e4f697-9584-4432-a4f1-a3676e318e0b" providerId="ADAL" clId="{2DF8FF49-25EE-4404-9B6E-E6708B09AD02}" dt="2021-09-15T17:43:34.907" v="670" actId="1076"/>
          <ac:spMkLst>
            <pc:docMk/>
            <pc:sldMk cId="1069595759" sldId="2363"/>
            <ac:spMk id="232" creationId="{B54EBCF6-606B-4C62-83FA-9AFCA3A5EECF}"/>
          </ac:spMkLst>
        </pc:spChg>
        <pc:spChg chg="add mod">
          <ac:chgData name="Marklin, Davina" userId="84e4f697-9584-4432-a4f1-a3676e318e0b" providerId="ADAL" clId="{2DF8FF49-25EE-4404-9B6E-E6708B09AD02}" dt="2021-09-15T17:43:34.907" v="670" actId="1076"/>
          <ac:spMkLst>
            <pc:docMk/>
            <pc:sldMk cId="1069595759" sldId="2363"/>
            <ac:spMk id="235" creationId="{2F2398DA-7A5A-4D89-BAD6-8DD00E216863}"/>
          </ac:spMkLst>
        </pc:spChg>
        <pc:spChg chg="add mod">
          <ac:chgData name="Marklin, Davina" userId="84e4f697-9584-4432-a4f1-a3676e318e0b" providerId="ADAL" clId="{2DF8FF49-25EE-4404-9B6E-E6708B09AD02}" dt="2021-09-15T17:43:34.907" v="670" actId="1076"/>
          <ac:spMkLst>
            <pc:docMk/>
            <pc:sldMk cId="1069595759" sldId="2363"/>
            <ac:spMk id="236" creationId="{6FE00305-F88B-4DCD-B8E1-164BB7349B98}"/>
          </ac:spMkLst>
        </pc:spChg>
        <pc:spChg chg="add mod">
          <ac:chgData name="Marklin, Davina" userId="84e4f697-9584-4432-a4f1-a3676e318e0b" providerId="ADAL" clId="{2DF8FF49-25EE-4404-9B6E-E6708B09AD02}" dt="2021-09-15T17:43:34.907" v="670" actId="1076"/>
          <ac:spMkLst>
            <pc:docMk/>
            <pc:sldMk cId="1069595759" sldId="2363"/>
            <ac:spMk id="240" creationId="{75C29F83-153F-4130-872E-55CF78951A54}"/>
          </ac:spMkLst>
        </pc:spChg>
        <pc:spChg chg="add mod">
          <ac:chgData name="Marklin, Davina" userId="84e4f697-9584-4432-a4f1-a3676e318e0b" providerId="ADAL" clId="{2DF8FF49-25EE-4404-9B6E-E6708B09AD02}" dt="2021-09-15T17:43:34.907" v="670" actId="1076"/>
          <ac:spMkLst>
            <pc:docMk/>
            <pc:sldMk cId="1069595759" sldId="2363"/>
            <ac:spMk id="242" creationId="{636AEF35-CD82-4F6E-9CEF-E0C8C27C3359}"/>
          </ac:spMkLst>
        </pc:spChg>
        <pc:spChg chg="add mod">
          <ac:chgData name="Marklin, Davina" userId="84e4f697-9584-4432-a4f1-a3676e318e0b" providerId="ADAL" clId="{2DF8FF49-25EE-4404-9B6E-E6708B09AD02}" dt="2021-09-15T17:43:34.907" v="670" actId="1076"/>
          <ac:spMkLst>
            <pc:docMk/>
            <pc:sldMk cId="1069595759" sldId="2363"/>
            <ac:spMk id="245" creationId="{465B75A2-656C-4E68-8B2E-0C00A4F6DEDD}"/>
          </ac:spMkLst>
        </pc:spChg>
        <pc:spChg chg="add mod">
          <ac:chgData name="Marklin, Davina" userId="84e4f697-9584-4432-a4f1-a3676e318e0b" providerId="ADAL" clId="{2DF8FF49-25EE-4404-9B6E-E6708B09AD02}" dt="2021-09-15T17:43:34.907" v="670" actId="1076"/>
          <ac:spMkLst>
            <pc:docMk/>
            <pc:sldMk cId="1069595759" sldId="2363"/>
            <ac:spMk id="246" creationId="{5C11D788-832A-4D91-8DEB-B54B4F20B2B6}"/>
          </ac:spMkLst>
        </pc:spChg>
        <pc:spChg chg="add mod">
          <ac:chgData name="Marklin, Davina" userId="84e4f697-9584-4432-a4f1-a3676e318e0b" providerId="ADAL" clId="{2DF8FF49-25EE-4404-9B6E-E6708B09AD02}" dt="2021-09-15T17:43:34.907" v="670" actId="1076"/>
          <ac:spMkLst>
            <pc:docMk/>
            <pc:sldMk cId="1069595759" sldId="2363"/>
            <ac:spMk id="249" creationId="{1A426965-70B6-40B2-8C0F-3F28AB1B44DD}"/>
          </ac:spMkLst>
        </pc:spChg>
        <pc:grpChg chg="add mod">
          <ac:chgData name="Marklin, Davina" userId="84e4f697-9584-4432-a4f1-a3676e318e0b" providerId="ADAL" clId="{2DF8FF49-25EE-4404-9B6E-E6708B09AD02}" dt="2021-09-15T17:43:34.907" v="670" actId="1076"/>
          <ac:grpSpMkLst>
            <pc:docMk/>
            <pc:sldMk cId="1069595759" sldId="2363"/>
            <ac:grpSpMk id="196" creationId="{834C16F6-21AA-4D51-A769-446599EE74C6}"/>
          </ac:grpSpMkLst>
        </pc:grpChg>
        <pc:graphicFrameChg chg="add mod">
          <ac:chgData name="Marklin, Davina" userId="84e4f697-9584-4432-a4f1-a3676e318e0b" providerId="ADAL" clId="{2DF8FF49-25EE-4404-9B6E-E6708B09AD02}" dt="2021-09-15T17:43:34.907" v="670" actId="1076"/>
          <ac:graphicFrameMkLst>
            <pc:docMk/>
            <pc:sldMk cId="1069595759" sldId="2363"/>
            <ac:graphicFrameMk id="117" creationId="{7B5E2B4C-4FC0-4210-A39D-4F7635BC776C}"/>
          </ac:graphicFrameMkLst>
        </pc:graphicFrameChg>
        <pc:cxnChg chg="add mod">
          <ac:chgData name="Marklin, Davina" userId="84e4f697-9584-4432-a4f1-a3676e318e0b" providerId="ADAL" clId="{2DF8FF49-25EE-4404-9B6E-E6708B09AD02}" dt="2021-09-15T17:43:34.907" v="670" actId="1076"/>
          <ac:cxnSpMkLst>
            <pc:docMk/>
            <pc:sldMk cId="1069595759" sldId="2363"/>
            <ac:cxnSpMk id="3" creationId="{DFF2DB97-8E2B-4C25-99D1-D384F399F40C}"/>
          </ac:cxnSpMkLst>
        </pc:cxnChg>
        <pc:cxnChg chg="add mod">
          <ac:chgData name="Marklin, Davina" userId="84e4f697-9584-4432-a4f1-a3676e318e0b" providerId="ADAL" clId="{2DF8FF49-25EE-4404-9B6E-E6708B09AD02}" dt="2021-09-15T17:43:34.907" v="670" actId="1076"/>
          <ac:cxnSpMkLst>
            <pc:docMk/>
            <pc:sldMk cId="1069595759" sldId="2363"/>
            <ac:cxnSpMk id="4" creationId="{0734AE52-AA99-493D-88C9-DCEBCDB28EB3}"/>
          </ac:cxnSpMkLst>
        </pc:cxnChg>
        <pc:cxnChg chg="add mod">
          <ac:chgData name="Marklin, Davina" userId="84e4f697-9584-4432-a4f1-a3676e318e0b" providerId="ADAL" clId="{2DF8FF49-25EE-4404-9B6E-E6708B09AD02}" dt="2021-09-15T17:43:34.907" v="670" actId="1076"/>
          <ac:cxnSpMkLst>
            <pc:docMk/>
            <pc:sldMk cId="1069595759" sldId="2363"/>
            <ac:cxnSpMk id="5" creationId="{3946027E-3BE7-47AD-9E92-90442993CE7C}"/>
          </ac:cxnSpMkLst>
        </pc:cxnChg>
        <pc:cxnChg chg="add mod">
          <ac:chgData name="Marklin, Davina" userId="84e4f697-9584-4432-a4f1-a3676e318e0b" providerId="ADAL" clId="{2DF8FF49-25EE-4404-9B6E-E6708B09AD02}" dt="2021-09-15T17:43:34.907" v="670" actId="1076"/>
          <ac:cxnSpMkLst>
            <pc:docMk/>
            <pc:sldMk cId="1069595759" sldId="2363"/>
            <ac:cxnSpMk id="6" creationId="{5FE7682C-C325-4ED7-A0FC-CA8A936A1D73}"/>
          </ac:cxnSpMkLst>
        </pc:cxnChg>
        <pc:cxnChg chg="add mod">
          <ac:chgData name="Marklin, Davina" userId="84e4f697-9584-4432-a4f1-a3676e318e0b" providerId="ADAL" clId="{2DF8FF49-25EE-4404-9B6E-E6708B09AD02}" dt="2021-09-15T17:43:34.907" v="670" actId="1076"/>
          <ac:cxnSpMkLst>
            <pc:docMk/>
            <pc:sldMk cId="1069595759" sldId="2363"/>
            <ac:cxnSpMk id="7" creationId="{073D5A64-23CF-4281-9B0E-EA48572A94C6}"/>
          </ac:cxnSpMkLst>
        </pc:cxnChg>
        <pc:cxnChg chg="add mod">
          <ac:chgData name="Marklin, Davina" userId="84e4f697-9584-4432-a4f1-a3676e318e0b" providerId="ADAL" clId="{2DF8FF49-25EE-4404-9B6E-E6708B09AD02}" dt="2021-09-15T17:43:34.907" v="670" actId="1076"/>
          <ac:cxnSpMkLst>
            <pc:docMk/>
            <pc:sldMk cId="1069595759" sldId="2363"/>
            <ac:cxnSpMk id="8" creationId="{9A88C7E5-664A-4286-8648-FF9E86772612}"/>
          </ac:cxnSpMkLst>
        </pc:cxnChg>
        <pc:cxnChg chg="add mod">
          <ac:chgData name="Marklin, Davina" userId="84e4f697-9584-4432-a4f1-a3676e318e0b" providerId="ADAL" clId="{2DF8FF49-25EE-4404-9B6E-E6708B09AD02}" dt="2021-09-15T17:43:34.907" v="670" actId="1076"/>
          <ac:cxnSpMkLst>
            <pc:docMk/>
            <pc:sldMk cId="1069595759" sldId="2363"/>
            <ac:cxnSpMk id="9" creationId="{CC0531A1-E22A-4F5A-BAB2-19BEFE17CFCE}"/>
          </ac:cxnSpMkLst>
        </pc:cxnChg>
        <pc:cxnChg chg="add mod">
          <ac:chgData name="Marklin, Davina" userId="84e4f697-9584-4432-a4f1-a3676e318e0b" providerId="ADAL" clId="{2DF8FF49-25EE-4404-9B6E-E6708B09AD02}" dt="2021-09-15T17:43:34.907" v="670" actId="1076"/>
          <ac:cxnSpMkLst>
            <pc:docMk/>
            <pc:sldMk cId="1069595759" sldId="2363"/>
            <ac:cxnSpMk id="10" creationId="{24F79328-AB20-4C4F-9997-1353E5C4D5F6}"/>
          </ac:cxnSpMkLst>
        </pc:cxnChg>
        <pc:cxnChg chg="add mod">
          <ac:chgData name="Marklin, Davina" userId="84e4f697-9584-4432-a4f1-a3676e318e0b" providerId="ADAL" clId="{2DF8FF49-25EE-4404-9B6E-E6708B09AD02}" dt="2021-09-15T17:43:34.907" v="670" actId="1076"/>
          <ac:cxnSpMkLst>
            <pc:docMk/>
            <pc:sldMk cId="1069595759" sldId="2363"/>
            <ac:cxnSpMk id="11" creationId="{F02085E6-47E4-4CEC-8547-A80639867A5F}"/>
          </ac:cxnSpMkLst>
        </pc:cxnChg>
        <pc:cxnChg chg="add mod">
          <ac:chgData name="Marklin, Davina" userId="84e4f697-9584-4432-a4f1-a3676e318e0b" providerId="ADAL" clId="{2DF8FF49-25EE-4404-9B6E-E6708B09AD02}" dt="2021-09-15T17:43:34.907" v="670" actId="1076"/>
          <ac:cxnSpMkLst>
            <pc:docMk/>
            <pc:sldMk cId="1069595759" sldId="2363"/>
            <ac:cxnSpMk id="12" creationId="{797B64CA-A81B-4D68-AA8B-EA4C90BAAA64}"/>
          </ac:cxnSpMkLst>
        </pc:cxnChg>
        <pc:cxnChg chg="add mod">
          <ac:chgData name="Marklin, Davina" userId="84e4f697-9584-4432-a4f1-a3676e318e0b" providerId="ADAL" clId="{2DF8FF49-25EE-4404-9B6E-E6708B09AD02}" dt="2021-09-15T17:43:34.907" v="670" actId="1076"/>
          <ac:cxnSpMkLst>
            <pc:docMk/>
            <pc:sldMk cId="1069595759" sldId="2363"/>
            <ac:cxnSpMk id="13" creationId="{07A26D9E-0EDD-465A-81F3-36944AE8DCAD}"/>
          </ac:cxnSpMkLst>
        </pc:cxnChg>
        <pc:cxnChg chg="add mod">
          <ac:chgData name="Marklin, Davina" userId="84e4f697-9584-4432-a4f1-a3676e318e0b" providerId="ADAL" clId="{2DF8FF49-25EE-4404-9B6E-E6708B09AD02}" dt="2021-09-15T17:43:34.907" v="670" actId="1076"/>
          <ac:cxnSpMkLst>
            <pc:docMk/>
            <pc:sldMk cId="1069595759" sldId="2363"/>
            <ac:cxnSpMk id="14" creationId="{0C31D64A-7005-4EFC-AEB3-E4B8809C7344}"/>
          </ac:cxnSpMkLst>
        </pc:cxnChg>
        <pc:cxnChg chg="add mod">
          <ac:chgData name="Marklin, Davina" userId="84e4f697-9584-4432-a4f1-a3676e318e0b" providerId="ADAL" clId="{2DF8FF49-25EE-4404-9B6E-E6708B09AD02}" dt="2021-09-15T17:43:34.907" v="670" actId="1076"/>
          <ac:cxnSpMkLst>
            <pc:docMk/>
            <pc:sldMk cId="1069595759" sldId="2363"/>
            <ac:cxnSpMk id="15" creationId="{12093442-0ABC-4180-96BA-CDB16B9D58FE}"/>
          </ac:cxnSpMkLst>
        </pc:cxnChg>
        <pc:cxnChg chg="add mod">
          <ac:chgData name="Marklin, Davina" userId="84e4f697-9584-4432-a4f1-a3676e318e0b" providerId="ADAL" clId="{2DF8FF49-25EE-4404-9B6E-E6708B09AD02}" dt="2021-09-15T17:43:34.907" v="670" actId="1076"/>
          <ac:cxnSpMkLst>
            <pc:docMk/>
            <pc:sldMk cId="1069595759" sldId="2363"/>
            <ac:cxnSpMk id="16" creationId="{99351A6A-72B9-42CD-8BA6-7F22D0EF0498}"/>
          </ac:cxnSpMkLst>
        </pc:cxnChg>
        <pc:cxnChg chg="add mod">
          <ac:chgData name="Marklin, Davina" userId="84e4f697-9584-4432-a4f1-a3676e318e0b" providerId="ADAL" clId="{2DF8FF49-25EE-4404-9B6E-E6708B09AD02}" dt="2021-09-15T17:43:34.907" v="670" actId="1076"/>
          <ac:cxnSpMkLst>
            <pc:docMk/>
            <pc:sldMk cId="1069595759" sldId="2363"/>
            <ac:cxnSpMk id="17" creationId="{86ED1160-5BC4-43CA-BE3D-899C8AAF7A30}"/>
          </ac:cxnSpMkLst>
        </pc:cxnChg>
        <pc:cxnChg chg="add mod">
          <ac:chgData name="Marklin, Davina" userId="84e4f697-9584-4432-a4f1-a3676e318e0b" providerId="ADAL" clId="{2DF8FF49-25EE-4404-9B6E-E6708B09AD02}" dt="2021-09-15T17:43:34.907" v="670" actId="1076"/>
          <ac:cxnSpMkLst>
            <pc:docMk/>
            <pc:sldMk cId="1069595759" sldId="2363"/>
            <ac:cxnSpMk id="18" creationId="{3F485911-E500-40D7-8429-60BDA8B7FC3F}"/>
          </ac:cxnSpMkLst>
        </pc:cxnChg>
        <pc:cxnChg chg="add mod">
          <ac:chgData name="Marklin, Davina" userId="84e4f697-9584-4432-a4f1-a3676e318e0b" providerId="ADAL" clId="{2DF8FF49-25EE-4404-9B6E-E6708B09AD02}" dt="2021-09-15T17:43:34.907" v="670" actId="1076"/>
          <ac:cxnSpMkLst>
            <pc:docMk/>
            <pc:sldMk cId="1069595759" sldId="2363"/>
            <ac:cxnSpMk id="19" creationId="{148818D9-6711-4259-B82E-CD35ACCDE907}"/>
          </ac:cxnSpMkLst>
        </pc:cxnChg>
        <pc:cxnChg chg="add mod">
          <ac:chgData name="Marklin, Davina" userId="84e4f697-9584-4432-a4f1-a3676e318e0b" providerId="ADAL" clId="{2DF8FF49-25EE-4404-9B6E-E6708B09AD02}" dt="2021-09-15T17:43:34.907" v="670" actId="1076"/>
          <ac:cxnSpMkLst>
            <pc:docMk/>
            <pc:sldMk cId="1069595759" sldId="2363"/>
            <ac:cxnSpMk id="22" creationId="{A7BBD788-E7EE-44A1-A2E9-94D3CFD77745}"/>
          </ac:cxnSpMkLst>
        </pc:cxnChg>
        <pc:cxnChg chg="add mod">
          <ac:chgData name="Marklin, Davina" userId="84e4f697-9584-4432-a4f1-a3676e318e0b" providerId="ADAL" clId="{2DF8FF49-25EE-4404-9B6E-E6708B09AD02}" dt="2021-09-15T17:43:34.907" v="670" actId="1076"/>
          <ac:cxnSpMkLst>
            <pc:docMk/>
            <pc:sldMk cId="1069595759" sldId="2363"/>
            <ac:cxnSpMk id="23" creationId="{7B78BB42-2C1B-4F84-8E2C-54B0BCB2C472}"/>
          </ac:cxnSpMkLst>
        </pc:cxnChg>
        <pc:cxnChg chg="add mod">
          <ac:chgData name="Marklin, Davina" userId="84e4f697-9584-4432-a4f1-a3676e318e0b" providerId="ADAL" clId="{2DF8FF49-25EE-4404-9B6E-E6708B09AD02}" dt="2021-09-15T17:43:34.907" v="670" actId="1076"/>
          <ac:cxnSpMkLst>
            <pc:docMk/>
            <pc:sldMk cId="1069595759" sldId="2363"/>
            <ac:cxnSpMk id="24" creationId="{C6A88E78-CC97-464B-96AC-5E01AFE5C2A5}"/>
          </ac:cxnSpMkLst>
        </pc:cxnChg>
        <pc:cxnChg chg="add mod">
          <ac:chgData name="Marklin, Davina" userId="84e4f697-9584-4432-a4f1-a3676e318e0b" providerId="ADAL" clId="{2DF8FF49-25EE-4404-9B6E-E6708B09AD02}" dt="2021-09-15T17:43:34.907" v="670" actId="1076"/>
          <ac:cxnSpMkLst>
            <pc:docMk/>
            <pc:sldMk cId="1069595759" sldId="2363"/>
            <ac:cxnSpMk id="26" creationId="{B7FDDA19-CFA6-4ABE-8294-5097852F1DA3}"/>
          </ac:cxnSpMkLst>
        </pc:cxnChg>
        <pc:cxnChg chg="add mod">
          <ac:chgData name="Marklin, Davina" userId="84e4f697-9584-4432-a4f1-a3676e318e0b" providerId="ADAL" clId="{2DF8FF49-25EE-4404-9B6E-E6708B09AD02}" dt="2021-09-15T17:43:34.907" v="670" actId="1076"/>
          <ac:cxnSpMkLst>
            <pc:docMk/>
            <pc:sldMk cId="1069595759" sldId="2363"/>
            <ac:cxnSpMk id="28" creationId="{1C13BC23-FB97-4092-BF77-F4F01A1F6FD3}"/>
          </ac:cxnSpMkLst>
        </pc:cxnChg>
        <pc:cxnChg chg="add mod">
          <ac:chgData name="Marklin, Davina" userId="84e4f697-9584-4432-a4f1-a3676e318e0b" providerId="ADAL" clId="{2DF8FF49-25EE-4404-9B6E-E6708B09AD02}" dt="2021-09-15T17:43:34.907" v="670" actId="1076"/>
          <ac:cxnSpMkLst>
            <pc:docMk/>
            <pc:sldMk cId="1069595759" sldId="2363"/>
            <ac:cxnSpMk id="29" creationId="{5E5C3F82-1332-4CD7-BEDE-2DDE21E4F8BD}"/>
          </ac:cxnSpMkLst>
        </pc:cxnChg>
        <pc:cxnChg chg="add mod">
          <ac:chgData name="Marklin, Davina" userId="84e4f697-9584-4432-a4f1-a3676e318e0b" providerId="ADAL" clId="{2DF8FF49-25EE-4404-9B6E-E6708B09AD02}" dt="2021-09-15T17:43:34.907" v="670" actId="1076"/>
          <ac:cxnSpMkLst>
            <pc:docMk/>
            <pc:sldMk cId="1069595759" sldId="2363"/>
            <ac:cxnSpMk id="31" creationId="{B39EA8E5-9415-4AE3-8F9D-DAB7BB3D3734}"/>
          </ac:cxnSpMkLst>
        </pc:cxnChg>
        <pc:cxnChg chg="add mod">
          <ac:chgData name="Marklin, Davina" userId="84e4f697-9584-4432-a4f1-a3676e318e0b" providerId="ADAL" clId="{2DF8FF49-25EE-4404-9B6E-E6708B09AD02}" dt="2021-09-15T17:43:34.907" v="670" actId="1076"/>
          <ac:cxnSpMkLst>
            <pc:docMk/>
            <pc:sldMk cId="1069595759" sldId="2363"/>
            <ac:cxnSpMk id="33" creationId="{BB53BC35-4469-4751-9908-27B9E1964B44}"/>
          </ac:cxnSpMkLst>
        </pc:cxnChg>
        <pc:cxnChg chg="add mod">
          <ac:chgData name="Marklin, Davina" userId="84e4f697-9584-4432-a4f1-a3676e318e0b" providerId="ADAL" clId="{2DF8FF49-25EE-4404-9B6E-E6708B09AD02}" dt="2021-09-15T17:43:34.907" v="670" actId="1076"/>
          <ac:cxnSpMkLst>
            <pc:docMk/>
            <pc:sldMk cId="1069595759" sldId="2363"/>
            <ac:cxnSpMk id="34" creationId="{A176E802-FC10-4D53-83F6-EB781FD6D3BF}"/>
          </ac:cxnSpMkLst>
        </pc:cxnChg>
        <pc:cxnChg chg="add mod">
          <ac:chgData name="Marklin, Davina" userId="84e4f697-9584-4432-a4f1-a3676e318e0b" providerId="ADAL" clId="{2DF8FF49-25EE-4404-9B6E-E6708B09AD02}" dt="2021-09-15T17:43:34.907" v="670" actId="1076"/>
          <ac:cxnSpMkLst>
            <pc:docMk/>
            <pc:sldMk cId="1069595759" sldId="2363"/>
            <ac:cxnSpMk id="35" creationId="{CEEB19A4-5871-4922-8E02-3C5C1FC7AA2F}"/>
          </ac:cxnSpMkLst>
        </pc:cxnChg>
        <pc:cxnChg chg="add mod">
          <ac:chgData name="Marklin, Davina" userId="84e4f697-9584-4432-a4f1-a3676e318e0b" providerId="ADAL" clId="{2DF8FF49-25EE-4404-9B6E-E6708B09AD02}" dt="2021-09-15T17:43:34.907" v="670" actId="1076"/>
          <ac:cxnSpMkLst>
            <pc:docMk/>
            <pc:sldMk cId="1069595759" sldId="2363"/>
            <ac:cxnSpMk id="36" creationId="{C47D45E1-ACD1-400D-A1DD-6DAC8F4853D6}"/>
          </ac:cxnSpMkLst>
        </pc:cxnChg>
        <pc:cxnChg chg="add mod">
          <ac:chgData name="Marklin, Davina" userId="84e4f697-9584-4432-a4f1-a3676e318e0b" providerId="ADAL" clId="{2DF8FF49-25EE-4404-9B6E-E6708B09AD02}" dt="2021-09-15T17:43:34.907" v="670" actId="1076"/>
          <ac:cxnSpMkLst>
            <pc:docMk/>
            <pc:sldMk cId="1069595759" sldId="2363"/>
            <ac:cxnSpMk id="39" creationId="{DF3E3DA4-0DD3-4D7E-ACDF-B5D3068117F0}"/>
          </ac:cxnSpMkLst>
        </pc:cxnChg>
        <pc:cxnChg chg="add mod">
          <ac:chgData name="Marklin, Davina" userId="84e4f697-9584-4432-a4f1-a3676e318e0b" providerId="ADAL" clId="{2DF8FF49-25EE-4404-9B6E-E6708B09AD02}" dt="2021-09-15T17:43:34.907" v="670" actId="1076"/>
          <ac:cxnSpMkLst>
            <pc:docMk/>
            <pc:sldMk cId="1069595759" sldId="2363"/>
            <ac:cxnSpMk id="40" creationId="{3D610E57-FAA8-4231-81A2-2DAAAE772C71}"/>
          </ac:cxnSpMkLst>
        </pc:cxnChg>
        <pc:cxnChg chg="add mod">
          <ac:chgData name="Marklin, Davina" userId="84e4f697-9584-4432-a4f1-a3676e318e0b" providerId="ADAL" clId="{2DF8FF49-25EE-4404-9B6E-E6708B09AD02}" dt="2021-09-15T17:43:34.907" v="670" actId="1076"/>
          <ac:cxnSpMkLst>
            <pc:docMk/>
            <pc:sldMk cId="1069595759" sldId="2363"/>
            <ac:cxnSpMk id="41" creationId="{6F84A863-8E8F-44F2-A84B-D2A7211C84C7}"/>
          </ac:cxnSpMkLst>
        </pc:cxnChg>
        <pc:cxnChg chg="add mod">
          <ac:chgData name="Marklin, Davina" userId="84e4f697-9584-4432-a4f1-a3676e318e0b" providerId="ADAL" clId="{2DF8FF49-25EE-4404-9B6E-E6708B09AD02}" dt="2021-09-15T17:43:34.907" v="670" actId="1076"/>
          <ac:cxnSpMkLst>
            <pc:docMk/>
            <pc:sldMk cId="1069595759" sldId="2363"/>
            <ac:cxnSpMk id="42" creationId="{D4D41B56-3104-453B-AD0F-DD105678A78E}"/>
          </ac:cxnSpMkLst>
        </pc:cxnChg>
        <pc:cxnChg chg="add mod">
          <ac:chgData name="Marklin, Davina" userId="84e4f697-9584-4432-a4f1-a3676e318e0b" providerId="ADAL" clId="{2DF8FF49-25EE-4404-9B6E-E6708B09AD02}" dt="2021-09-15T17:43:34.907" v="670" actId="1076"/>
          <ac:cxnSpMkLst>
            <pc:docMk/>
            <pc:sldMk cId="1069595759" sldId="2363"/>
            <ac:cxnSpMk id="43" creationId="{BF83D268-AC7C-41B6-B677-A802BAAB5BAF}"/>
          </ac:cxnSpMkLst>
        </pc:cxnChg>
        <pc:cxnChg chg="add mod">
          <ac:chgData name="Marklin, Davina" userId="84e4f697-9584-4432-a4f1-a3676e318e0b" providerId="ADAL" clId="{2DF8FF49-25EE-4404-9B6E-E6708B09AD02}" dt="2021-09-15T17:43:34.907" v="670" actId="1076"/>
          <ac:cxnSpMkLst>
            <pc:docMk/>
            <pc:sldMk cId="1069595759" sldId="2363"/>
            <ac:cxnSpMk id="44" creationId="{0EB67D00-9BAD-47E1-A897-51889E254185}"/>
          </ac:cxnSpMkLst>
        </pc:cxnChg>
        <pc:cxnChg chg="add mod">
          <ac:chgData name="Marklin, Davina" userId="84e4f697-9584-4432-a4f1-a3676e318e0b" providerId="ADAL" clId="{2DF8FF49-25EE-4404-9B6E-E6708B09AD02}" dt="2021-09-15T17:43:34.907" v="670" actId="1076"/>
          <ac:cxnSpMkLst>
            <pc:docMk/>
            <pc:sldMk cId="1069595759" sldId="2363"/>
            <ac:cxnSpMk id="45" creationId="{955B47E9-CF4F-4DC9-BC48-F8437DF4C759}"/>
          </ac:cxnSpMkLst>
        </pc:cxnChg>
        <pc:cxnChg chg="add mod">
          <ac:chgData name="Marklin, Davina" userId="84e4f697-9584-4432-a4f1-a3676e318e0b" providerId="ADAL" clId="{2DF8FF49-25EE-4404-9B6E-E6708B09AD02}" dt="2021-09-15T17:43:34.907" v="670" actId="1076"/>
          <ac:cxnSpMkLst>
            <pc:docMk/>
            <pc:sldMk cId="1069595759" sldId="2363"/>
            <ac:cxnSpMk id="46" creationId="{6C1AEC68-F92B-4DEF-B2F6-B4FABEB890A0}"/>
          </ac:cxnSpMkLst>
        </pc:cxnChg>
        <pc:cxnChg chg="add mod">
          <ac:chgData name="Marklin, Davina" userId="84e4f697-9584-4432-a4f1-a3676e318e0b" providerId="ADAL" clId="{2DF8FF49-25EE-4404-9B6E-E6708B09AD02}" dt="2021-09-15T17:43:34.907" v="670" actId="1076"/>
          <ac:cxnSpMkLst>
            <pc:docMk/>
            <pc:sldMk cId="1069595759" sldId="2363"/>
            <ac:cxnSpMk id="47" creationId="{607F37AC-75BA-4097-8CEB-6FFAFD452071}"/>
          </ac:cxnSpMkLst>
        </pc:cxnChg>
        <pc:cxnChg chg="add mod">
          <ac:chgData name="Marklin, Davina" userId="84e4f697-9584-4432-a4f1-a3676e318e0b" providerId="ADAL" clId="{2DF8FF49-25EE-4404-9B6E-E6708B09AD02}" dt="2021-09-15T17:43:34.907" v="670" actId="1076"/>
          <ac:cxnSpMkLst>
            <pc:docMk/>
            <pc:sldMk cId="1069595759" sldId="2363"/>
            <ac:cxnSpMk id="48" creationId="{AE6EFD17-3354-4AB4-95B7-20B4B6E6F390}"/>
          </ac:cxnSpMkLst>
        </pc:cxnChg>
        <pc:cxnChg chg="add mod">
          <ac:chgData name="Marklin, Davina" userId="84e4f697-9584-4432-a4f1-a3676e318e0b" providerId="ADAL" clId="{2DF8FF49-25EE-4404-9B6E-E6708B09AD02}" dt="2021-09-15T17:43:34.907" v="670" actId="1076"/>
          <ac:cxnSpMkLst>
            <pc:docMk/>
            <pc:sldMk cId="1069595759" sldId="2363"/>
            <ac:cxnSpMk id="49" creationId="{5E828EE9-F6FA-43FF-8585-B7010C79D583}"/>
          </ac:cxnSpMkLst>
        </pc:cxnChg>
        <pc:cxnChg chg="add mod">
          <ac:chgData name="Marklin, Davina" userId="84e4f697-9584-4432-a4f1-a3676e318e0b" providerId="ADAL" clId="{2DF8FF49-25EE-4404-9B6E-E6708B09AD02}" dt="2021-09-15T17:43:34.907" v="670" actId="1076"/>
          <ac:cxnSpMkLst>
            <pc:docMk/>
            <pc:sldMk cId="1069595759" sldId="2363"/>
            <ac:cxnSpMk id="50" creationId="{21B12217-16DD-4EB9-A38D-DF4818BDB093}"/>
          </ac:cxnSpMkLst>
        </pc:cxnChg>
        <pc:cxnChg chg="add mod">
          <ac:chgData name="Marklin, Davina" userId="84e4f697-9584-4432-a4f1-a3676e318e0b" providerId="ADAL" clId="{2DF8FF49-25EE-4404-9B6E-E6708B09AD02}" dt="2021-09-15T17:43:34.907" v="670" actId="1076"/>
          <ac:cxnSpMkLst>
            <pc:docMk/>
            <pc:sldMk cId="1069595759" sldId="2363"/>
            <ac:cxnSpMk id="51" creationId="{446FE302-CFB5-4A00-81C4-A3D390CF05D1}"/>
          </ac:cxnSpMkLst>
        </pc:cxnChg>
        <pc:cxnChg chg="add mod">
          <ac:chgData name="Marklin, Davina" userId="84e4f697-9584-4432-a4f1-a3676e318e0b" providerId="ADAL" clId="{2DF8FF49-25EE-4404-9B6E-E6708B09AD02}" dt="2021-09-15T17:43:34.907" v="670" actId="1076"/>
          <ac:cxnSpMkLst>
            <pc:docMk/>
            <pc:sldMk cId="1069595759" sldId="2363"/>
            <ac:cxnSpMk id="52" creationId="{7762FEF6-4748-498F-A417-846C53AE42AE}"/>
          </ac:cxnSpMkLst>
        </pc:cxnChg>
        <pc:cxnChg chg="add mod">
          <ac:chgData name="Marklin, Davina" userId="84e4f697-9584-4432-a4f1-a3676e318e0b" providerId="ADAL" clId="{2DF8FF49-25EE-4404-9B6E-E6708B09AD02}" dt="2021-09-15T17:43:34.907" v="670" actId="1076"/>
          <ac:cxnSpMkLst>
            <pc:docMk/>
            <pc:sldMk cId="1069595759" sldId="2363"/>
            <ac:cxnSpMk id="53" creationId="{9F0EB176-77AD-4B9C-BFFA-D95DB735AF8B}"/>
          </ac:cxnSpMkLst>
        </pc:cxnChg>
        <pc:cxnChg chg="add mod">
          <ac:chgData name="Marklin, Davina" userId="84e4f697-9584-4432-a4f1-a3676e318e0b" providerId="ADAL" clId="{2DF8FF49-25EE-4404-9B6E-E6708B09AD02}" dt="2021-09-15T17:43:34.907" v="670" actId="1076"/>
          <ac:cxnSpMkLst>
            <pc:docMk/>
            <pc:sldMk cId="1069595759" sldId="2363"/>
            <ac:cxnSpMk id="54" creationId="{D6B5D0BD-4117-4DD5-81A2-E6FAE1D4E4CA}"/>
          </ac:cxnSpMkLst>
        </pc:cxnChg>
        <pc:cxnChg chg="add mod">
          <ac:chgData name="Marklin, Davina" userId="84e4f697-9584-4432-a4f1-a3676e318e0b" providerId="ADAL" clId="{2DF8FF49-25EE-4404-9B6E-E6708B09AD02}" dt="2021-09-15T17:43:34.907" v="670" actId="1076"/>
          <ac:cxnSpMkLst>
            <pc:docMk/>
            <pc:sldMk cId="1069595759" sldId="2363"/>
            <ac:cxnSpMk id="55" creationId="{0171AFE8-A44D-4587-8159-3D9A69F476F5}"/>
          </ac:cxnSpMkLst>
        </pc:cxnChg>
        <pc:cxnChg chg="add mod">
          <ac:chgData name="Marklin, Davina" userId="84e4f697-9584-4432-a4f1-a3676e318e0b" providerId="ADAL" clId="{2DF8FF49-25EE-4404-9B6E-E6708B09AD02}" dt="2021-09-15T17:43:34.907" v="670" actId="1076"/>
          <ac:cxnSpMkLst>
            <pc:docMk/>
            <pc:sldMk cId="1069595759" sldId="2363"/>
            <ac:cxnSpMk id="56" creationId="{C3281E06-8BB1-423E-980F-A2F4C1610755}"/>
          </ac:cxnSpMkLst>
        </pc:cxnChg>
        <pc:cxnChg chg="add mod">
          <ac:chgData name="Marklin, Davina" userId="84e4f697-9584-4432-a4f1-a3676e318e0b" providerId="ADAL" clId="{2DF8FF49-25EE-4404-9B6E-E6708B09AD02}" dt="2021-09-15T17:43:34.907" v="670" actId="1076"/>
          <ac:cxnSpMkLst>
            <pc:docMk/>
            <pc:sldMk cId="1069595759" sldId="2363"/>
            <ac:cxnSpMk id="57" creationId="{7A799B84-0773-4F33-AD3C-95278C85B185}"/>
          </ac:cxnSpMkLst>
        </pc:cxnChg>
        <pc:cxnChg chg="add mod">
          <ac:chgData name="Marklin, Davina" userId="84e4f697-9584-4432-a4f1-a3676e318e0b" providerId="ADAL" clId="{2DF8FF49-25EE-4404-9B6E-E6708B09AD02}" dt="2021-09-15T17:43:34.907" v="670" actId="1076"/>
          <ac:cxnSpMkLst>
            <pc:docMk/>
            <pc:sldMk cId="1069595759" sldId="2363"/>
            <ac:cxnSpMk id="58" creationId="{4E81C459-9FC9-467A-848A-1D5A1DEBE10E}"/>
          </ac:cxnSpMkLst>
        </pc:cxnChg>
        <pc:cxnChg chg="add mod">
          <ac:chgData name="Marklin, Davina" userId="84e4f697-9584-4432-a4f1-a3676e318e0b" providerId="ADAL" clId="{2DF8FF49-25EE-4404-9B6E-E6708B09AD02}" dt="2021-09-15T17:43:34.907" v="670" actId="1076"/>
          <ac:cxnSpMkLst>
            <pc:docMk/>
            <pc:sldMk cId="1069595759" sldId="2363"/>
            <ac:cxnSpMk id="59" creationId="{C487AFFF-0DF0-4CD2-8FE0-DCAF4C35E1AD}"/>
          </ac:cxnSpMkLst>
        </pc:cxnChg>
        <pc:cxnChg chg="add mod">
          <ac:chgData name="Marklin, Davina" userId="84e4f697-9584-4432-a4f1-a3676e318e0b" providerId="ADAL" clId="{2DF8FF49-25EE-4404-9B6E-E6708B09AD02}" dt="2021-09-15T17:43:34.907" v="670" actId="1076"/>
          <ac:cxnSpMkLst>
            <pc:docMk/>
            <pc:sldMk cId="1069595759" sldId="2363"/>
            <ac:cxnSpMk id="60" creationId="{34525743-C543-40C8-999D-BFA39EC74269}"/>
          </ac:cxnSpMkLst>
        </pc:cxnChg>
        <pc:cxnChg chg="add mod">
          <ac:chgData name="Marklin, Davina" userId="84e4f697-9584-4432-a4f1-a3676e318e0b" providerId="ADAL" clId="{2DF8FF49-25EE-4404-9B6E-E6708B09AD02}" dt="2021-09-15T17:43:34.907" v="670" actId="1076"/>
          <ac:cxnSpMkLst>
            <pc:docMk/>
            <pc:sldMk cId="1069595759" sldId="2363"/>
            <ac:cxnSpMk id="61" creationId="{C7169170-9FCB-4BEF-8D1E-A8CE6FBE4A8A}"/>
          </ac:cxnSpMkLst>
        </pc:cxnChg>
        <pc:cxnChg chg="add mod">
          <ac:chgData name="Marklin, Davina" userId="84e4f697-9584-4432-a4f1-a3676e318e0b" providerId="ADAL" clId="{2DF8FF49-25EE-4404-9B6E-E6708B09AD02}" dt="2021-09-15T17:43:34.907" v="670" actId="1076"/>
          <ac:cxnSpMkLst>
            <pc:docMk/>
            <pc:sldMk cId="1069595759" sldId="2363"/>
            <ac:cxnSpMk id="62" creationId="{2B022C24-ADD0-4294-9C2A-44978475F1BA}"/>
          </ac:cxnSpMkLst>
        </pc:cxnChg>
        <pc:cxnChg chg="add mod">
          <ac:chgData name="Marklin, Davina" userId="84e4f697-9584-4432-a4f1-a3676e318e0b" providerId="ADAL" clId="{2DF8FF49-25EE-4404-9B6E-E6708B09AD02}" dt="2021-09-15T17:43:34.907" v="670" actId="1076"/>
          <ac:cxnSpMkLst>
            <pc:docMk/>
            <pc:sldMk cId="1069595759" sldId="2363"/>
            <ac:cxnSpMk id="64" creationId="{6948EE2A-DEA7-4B2B-91F7-C6AE4FD38829}"/>
          </ac:cxnSpMkLst>
        </pc:cxnChg>
        <pc:cxnChg chg="add mod">
          <ac:chgData name="Marklin, Davina" userId="84e4f697-9584-4432-a4f1-a3676e318e0b" providerId="ADAL" clId="{2DF8FF49-25EE-4404-9B6E-E6708B09AD02}" dt="2021-09-15T17:43:34.907" v="670" actId="1076"/>
          <ac:cxnSpMkLst>
            <pc:docMk/>
            <pc:sldMk cId="1069595759" sldId="2363"/>
            <ac:cxnSpMk id="65" creationId="{3EB27C70-FC50-4581-B13B-AEDEDFD724D4}"/>
          </ac:cxnSpMkLst>
        </pc:cxnChg>
        <pc:cxnChg chg="add mod">
          <ac:chgData name="Marklin, Davina" userId="84e4f697-9584-4432-a4f1-a3676e318e0b" providerId="ADAL" clId="{2DF8FF49-25EE-4404-9B6E-E6708B09AD02}" dt="2021-09-15T17:43:34.907" v="670" actId="1076"/>
          <ac:cxnSpMkLst>
            <pc:docMk/>
            <pc:sldMk cId="1069595759" sldId="2363"/>
            <ac:cxnSpMk id="66" creationId="{39C7DED0-E6C1-434B-BF7D-7E578807E67F}"/>
          </ac:cxnSpMkLst>
        </pc:cxnChg>
        <pc:cxnChg chg="add mod">
          <ac:chgData name="Marklin, Davina" userId="84e4f697-9584-4432-a4f1-a3676e318e0b" providerId="ADAL" clId="{2DF8FF49-25EE-4404-9B6E-E6708B09AD02}" dt="2021-09-15T17:43:34.907" v="670" actId="1076"/>
          <ac:cxnSpMkLst>
            <pc:docMk/>
            <pc:sldMk cId="1069595759" sldId="2363"/>
            <ac:cxnSpMk id="67" creationId="{613C5EC2-090E-4D74-BD0E-98A67CD9E624}"/>
          </ac:cxnSpMkLst>
        </pc:cxnChg>
        <pc:cxnChg chg="add mod">
          <ac:chgData name="Marklin, Davina" userId="84e4f697-9584-4432-a4f1-a3676e318e0b" providerId="ADAL" clId="{2DF8FF49-25EE-4404-9B6E-E6708B09AD02}" dt="2021-09-15T17:43:34.907" v="670" actId="1076"/>
          <ac:cxnSpMkLst>
            <pc:docMk/>
            <pc:sldMk cId="1069595759" sldId="2363"/>
            <ac:cxnSpMk id="68" creationId="{D96E9A8E-D87D-4407-A947-D662167A19A8}"/>
          </ac:cxnSpMkLst>
        </pc:cxnChg>
        <pc:cxnChg chg="add mod">
          <ac:chgData name="Marklin, Davina" userId="84e4f697-9584-4432-a4f1-a3676e318e0b" providerId="ADAL" clId="{2DF8FF49-25EE-4404-9B6E-E6708B09AD02}" dt="2021-09-15T17:43:34.907" v="670" actId="1076"/>
          <ac:cxnSpMkLst>
            <pc:docMk/>
            <pc:sldMk cId="1069595759" sldId="2363"/>
            <ac:cxnSpMk id="69" creationId="{55DD57DE-A69A-43AC-A6AC-A4A774DB1AB3}"/>
          </ac:cxnSpMkLst>
        </pc:cxnChg>
        <pc:cxnChg chg="add mod">
          <ac:chgData name="Marklin, Davina" userId="84e4f697-9584-4432-a4f1-a3676e318e0b" providerId="ADAL" clId="{2DF8FF49-25EE-4404-9B6E-E6708B09AD02}" dt="2021-09-15T17:43:34.907" v="670" actId="1076"/>
          <ac:cxnSpMkLst>
            <pc:docMk/>
            <pc:sldMk cId="1069595759" sldId="2363"/>
            <ac:cxnSpMk id="70" creationId="{F70BB555-C1D2-4A05-B490-493891E50E1F}"/>
          </ac:cxnSpMkLst>
        </pc:cxnChg>
        <pc:cxnChg chg="add mod">
          <ac:chgData name="Marklin, Davina" userId="84e4f697-9584-4432-a4f1-a3676e318e0b" providerId="ADAL" clId="{2DF8FF49-25EE-4404-9B6E-E6708B09AD02}" dt="2021-09-15T17:43:34.907" v="670" actId="1076"/>
          <ac:cxnSpMkLst>
            <pc:docMk/>
            <pc:sldMk cId="1069595759" sldId="2363"/>
            <ac:cxnSpMk id="71" creationId="{67863DCF-D5D9-49D5-AB22-F31069BCBB2A}"/>
          </ac:cxnSpMkLst>
        </pc:cxnChg>
        <pc:cxnChg chg="add mod">
          <ac:chgData name="Marklin, Davina" userId="84e4f697-9584-4432-a4f1-a3676e318e0b" providerId="ADAL" clId="{2DF8FF49-25EE-4404-9B6E-E6708B09AD02}" dt="2021-09-15T17:43:34.907" v="670" actId="1076"/>
          <ac:cxnSpMkLst>
            <pc:docMk/>
            <pc:sldMk cId="1069595759" sldId="2363"/>
            <ac:cxnSpMk id="72" creationId="{D146A369-44B9-4B88-8B55-9F26CCAB9226}"/>
          </ac:cxnSpMkLst>
        </pc:cxnChg>
        <pc:cxnChg chg="add mod">
          <ac:chgData name="Marklin, Davina" userId="84e4f697-9584-4432-a4f1-a3676e318e0b" providerId="ADAL" clId="{2DF8FF49-25EE-4404-9B6E-E6708B09AD02}" dt="2021-09-15T17:43:34.907" v="670" actId="1076"/>
          <ac:cxnSpMkLst>
            <pc:docMk/>
            <pc:sldMk cId="1069595759" sldId="2363"/>
            <ac:cxnSpMk id="74" creationId="{0AAD1AA7-2F95-49B7-8899-1055E0B73D01}"/>
          </ac:cxnSpMkLst>
        </pc:cxnChg>
        <pc:cxnChg chg="add mod">
          <ac:chgData name="Marklin, Davina" userId="84e4f697-9584-4432-a4f1-a3676e318e0b" providerId="ADAL" clId="{2DF8FF49-25EE-4404-9B6E-E6708B09AD02}" dt="2021-09-15T17:43:34.907" v="670" actId="1076"/>
          <ac:cxnSpMkLst>
            <pc:docMk/>
            <pc:sldMk cId="1069595759" sldId="2363"/>
            <ac:cxnSpMk id="75" creationId="{84ACF7D2-C5FF-4ADA-AFE1-B0A064CE0B79}"/>
          </ac:cxnSpMkLst>
        </pc:cxnChg>
        <pc:cxnChg chg="add mod">
          <ac:chgData name="Marklin, Davina" userId="84e4f697-9584-4432-a4f1-a3676e318e0b" providerId="ADAL" clId="{2DF8FF49-25EE-4404-9B6E-E6708B09AD02}" dt="2021-09-15T17:43:34.907" v="670" actId="1076"/>
          <ac:cxnSpMkLst>
            <pc:docMk/>
            <pc:sldMk cId="1069595759" sldId="2363"/>
            <ac:cxnSpMk id="76" creationId="{7A6F0F9E-4680-49AC-A8B5-986DCC12CAE3}"/>
          </ac:cxnSpMkLst>
        </pc:cxnChg>
        <pc:cxnChg chg="add mod">
          <ac:chgData name="Marklin, Davina" userId="84e4f697-9584-4432-a4f1-a3676e318e0b" providerId="ADAL" clId="{2DF8FF49-25EE-4404-9B6E-E6708B09AD02}" dt="2021-09-15T17:43:34.907" v="670" actId="1076"/>
          <ac:cxnSpMkLst>
            <pc:docMk/>
            <pc:sldMk cId="1069595759" sldId="2363"/>
            <ac:cxnSpMk id="100" creationId="{C107272D-95B0-4837-B005-54E451375F5D}"/>
          </ac:cxnSpMkLst>
        </pc:cxnChg>
        <pc:cxnChg chg="add mod">
          <ac:chgData name="Marklin, Davina" userId="84e4f697-9584-4432-a4f1-a3676e318e0b" providerId="ADAL" clId="{2DF8FF49-25EE-4404-9B6E-E6708B09AD02}" dt="2021-09-15T17:43:34.907" v="670" actId="1076"/>
          <ac:cxnSpMkLst>
            <pc:docMk/>
            <pc:sldMk cId="1069595759" sldId="2363"/>
            <ac:cxnSpMk id="101" creationId="{15EC3B1A-72E8-4CC7-90AE-30EB30091E7D}"/>
          </ac:cxnSpMkLst>
        </pc:cxnChg>
        <pc:cxnChg chg="add mod">
          <ac:chgData name="Marklin, Davina" userId="84e4f697-9584-4432-a4f1-a3676e318e0b" providerId="ADAL" clId="{2DF8FF49-25EE-4404-9B6E-E6708B09AD02}" dt="2021-09-15T17:43:34.907" v="670" actId="1076"/>
          <ac:cxnSpMkLst>
            <pc:docMk/>
            <pc:sldMk cId="1069595759" sldId="2363"/>
            <ac:cxnSpMk id="102" creationId="{7040BB98-6D41-434A-9548-A449C9F2F51A}"/>
          </ac:cxnSpMkLst>
        </pc:cxnChg>
        <pc:cxnChg chg="add mod">
          <ac:chgData name="Marklin, Davina" userId="84e4f697-9584-4432-a4f1-a3676e318e0b" providerId="ADAL" clId="{2DF8FF49-25EE-4404-9B6E-E6708B09AD02}" dt="2021-09-15T17:43:34.907" v="670" actId="1076"/>
          <ac:cxnSpMkLst>
            <pc:docMk/>
            <pc:sldMk cId="1069595759" sldId="2363"/>
            <ac:cxnSpMk id="103" creationId="{775CAD3C-15D1-432E-8F52-6DF3C066DABC}"/>
          </ac:cxnSpMkLst>
        </pc:cxnChg>
        <pc:cxnChg chg="add mod">
          <ac:chgData name="Marklin, Davina" userId="84e4f697-9584-4432-a4f1-a3676e318e0b" providerId="ADAL" clId="{2DF8FF49-25EE-4404-9B6E-E6708B09AD02}" dt="2021-09-15T17:43:34.907" v="670" actId="1076"/>
          <ac:cxnSpMkLst>
            <pc:docMk/>
            <pc:sldMk cId="1069595759" sldId="2363"/>
            <ac:cxnSpMk id="108" creationId="{F165A397-A49A-4323-890E-718CC0DD9A8E}"/>
          </ac:cxnSpMkLst>
        </pc:cxnChg>
        <pc:cxnChg chg="add mod">
          <ac:chgData name="Marklin, Davina" userId="84e4f697-9584-4432-a4f1-a3676e318e0b" providerId="ADAL" clId="{2DF8FF49-25EE-4404-9B6E-E6708B09AD02}" dt="2021-09-15T17:43:34.907" v="670" actId="1076"/>
          <ac:cxnSpMkLst>
            <pc:docMk/>
            <pc:sldMk cId="1069595759" sldId="2363"/>
            <ac:cxnSpMk id="109" creationId="{0418CFE2-CACE-44C9-A6CD-8F716F1AE629}"/>
          </ac:cxnSpMkLst>
        </pc:cxnChg>
        <pc:cxnChg chg="add mod">
          <ac:chgData name="Marklin, Davina" userId="84e4f697-9584-4432-a4f1-a3676e318e0b" providerId="ADAL" clId="{2DF8FF49-25EE-4404-9B6E-E6708B09AD02}" dt="2021-09-15T17:43:34.907" v="670" actId="1076"/>
          <ac:cxnSpMkLst>
            <pc:docMk/>
            <pc:sldMk cId="1069595759" sldId="2363"/>
            <ac:cxnSpMk id="110" creationId="{DD749481-7800-4413-9657-DD68F2850DA7}"/>
          </ac:cxnSpMkLst>
        </pc:cxnChg>
        <pc:cxnChg chg="add mod">
          <ac:chgData name="Marklin, Davina" userId="84e4f697-9584-4432-a4f1-a3676e318e0b" providerId="ADAL" clId="{2DF8FF49-25EE-4404-9B6E-E6708B09AD02}" dt="2021-09-15T17:43:34.907" v="670" actId="1076"/>
          <ac:cxnSpMkLst>
            <pc:docMk/>
            <pc:sldMk cId="1069595759" sldId="2363"/>
            <ac:cxnSpMk id="118" creationId="{DCF61A20-3CE0-40A5-B002-5246000C8E97}"/>
          </ac:cxnSpMkLst>
        </pc:cxnChg>
        <pc:cxnChg chg="add mod">
          <ac:chgData name="Marklin, Davina" userId="84e4f697-9584-4432-a4f1-a3676e318e0b" providerId="ADAL" clId="{2DF8FF49-25EE-4404-9B6E-E6708B09AD02}" dt="2021-09-15T17:43:34.907" v="670" actId="1076"/>
          <ac:cxnSpMkLst>
            <pc:docMk/>
            <pc:sldMk cId="1069595759" sldId="2363"/>
            <ac:cxnSpMk id="120" creationId="{A6A4B72F-B962-4BEB-A002-35F4B76D1493}"/>
          </ac:cxnSpMkLst>
        </pc:cxnChg>
        <pc:cxnChg chg="add mod">
          <ac:chgData name="Marklin, Davina" userId="84e4f697-9584-4432-a4f1-a3676e318e0b" providerId="ADAL" clId="{2DF8FF49-25EE-4404-9B6E-E6708B09AD02}" dt="2021-09-15T17:43:34.907" v="670" actId="1076"/>
          <ac:cxnSpMkLst>
            <pc:docMk/>
            <pc:sldMk cId="1069595759" sldId="2363"/>
            <ac:cxnSpMk id="121" creationId="{FD2F7A80-964A-4110-9FB9-42412FAA28C6}"/>
          </ac:cxnSpMkLst>
        </pc:cxnChg>
        <pc:cxnChg chg="add mod">
          <ac:chgData name="Marklin, Davina" userId="84e4f697-9584-4432-a4f1-a3676e318e0b" providerId="ADAL" clId="{2DF8FF49-25EE-4404-9B6E-E6708B09AD02}" dt="2021-09-15T17:43:34.907" v="670" actId="1076"/>
          <ac:cxnSpMkLst>
            <pc:docMk/>
            <pc:sldMk cId="1069595759" sldId="2363"/>
            <ac:cxnSpMk id="122" creationId="{2D2C300F-A2ED-4FB5-988F-88741DF61A99}"/>
          </ac:cxnSpMkLst>
        </pc:cxnChg>
        <pc:cxnChg chg="add mod">
          <ac:chgData name="Marklin, Davina" userId="84e4f697-9584-4432-a4f1-a3676e318e0b" providerId="ADAL" clId="{2DF8FF49-25EE-4404-9B6E-E6708B09AD02}" dt="2021-09-15T17:43:34.907" v="670" actId="1076"/>
          <ac:cxnSpMkLst>
            <pc:docMk/>
            <pc:sldMk cId="1069595759" sldId="2363"/>
            <ac:cxnSpMk id="123" creationId="{7257A880-5EE8-4DE6-B8FE-6D89AC4F286F}"/>
          </ac:cxnSpMkLst>
        </pc:cxnChg>
        <pc:cxnChg chg="add mod">
          <ac:chgData name="Marklin, Davina" userId="84e4f697-9584-4432-a4f1-a3676e318e0b" providerId="ADAL" clId="{2DF8FF49-25EE-4404-9B6E-E6708B09AD02}" dt="2021-09-15T17:43:34.907" v="670" actId="1076"/>
          <ac:cxnSpMkLst>
            <pc:docMk/>
            <pc:sldMk cId="1069595759" sldId="2363"/>
            <ac:cxnSpMk id="127" creationId="{789D7D55-EA90-4B23-834C-65F9BD847CE3}"/>
          </ac:cxnSpMkLst>
        </pc:cxnChg>
        <pc:cxnChg chg="add mod">
          <ac:chgData name="Marklin, Davina" userId="84e4f697-9584-4432-a4f1-a3676e318e0b" providerId="ADAL" clId="{2DF8FF49-25EE-4404-9B6E-E6708B09AD02}" dt="2021-09-15T17:43:34.907" v="670" actId="1076"/>
          <ac:cxnSpMkLst>
            <pc:docMk/>
            <pc:sldMk cId="1069595759" sldId="2363"/>
            <ac:cxnSpMk id="132" creationId="{73E5F226-E7F9-4FFE-B771-BEA590AB7336}"/>
          </ac:cxnSpMkLst>
        </pc:cxnChg>
        <pc:cxnChg chg="add mod">
          <ac:chgData name="Marklin, Davina" userId="84e4f697-9584-4432-a4f1-a3676e318e0b" providerId="ADAL" clId="{2DF8FF49-25EE-4404-9B6E-E6708B09AD02}" dt="2021-09-15T17:43:34.907" v="670" actId="1076"/>
          <ac:cxnSpMkLst>
            <pc:docMk/>
            <pc:sldMk cId="1069595759" sldId="2363"/>
            <ac:cxnSpMk id="133" creationId="{8465F055-B115-4904-9FBC-533B36324B61}"/>
          </ac:cxnSpMkLst>
        </pc:cxnChg>
        <pc:cxnChg chg="add mod">
          <ac:chgData name="Marklin, Davina" userId="84e4f697-9584-4432-a4f1-a3676e318e0b" providerId="ADAL" clId="{2DF8FF49-25EE-4404-9B6E-E6708B09AD02}" dt="2021-09-15T17:43:34.907" v="670" actId="1076"/>
          <ac:cxnSpMkLst>
            <pc:docMk/>
            <pc:sldMk cId="1069595759" sldId="2363"/>
            <ac:cxnSpMk id="136" creationId="{7A80C759-43F3-423D-9848-E5F9E0994FDF}"/>
          </ac:cxnSpMkLst>
        </pc:cxnChg>
        <pc:cxnChg chg="add mod">
          <ac:chgData name="Marklin, Davina" userId="84e4f697-9584-4432-a4f1-a3676e318e0b" providerId="ADAL" clId="{2DF8FF49-25EE-4404-9B6E-E6708B09AD02}" dt="2021-09-15T17:43:34.907" v="670" actId="1076"/>
          <ac:cxnSpMkLst>
            <pc:docMk/>
            <pc:sldMk cId="1069595759" sldId="2363"/>
            <ac:cxnSpMk id="138" creationId="{3DBC02C2-8DDF-4197-AD08-AAC57076352F}"/>
          </ac:cxnSpMkLst>
        </pc:cxnChg>
        <pc:cxnChg chg="add mod">
          <ac:chgData name="Marklin, Davina" userId="84e4f697-9584-4432-a4f1-a3676e318e0b" providerId="ADAL" clId="{2DF8FF49-25EE-4404-9B6E-E6708B09AD02}" dt="2021-09-15T17:43:34.907" v="670" actId="1076"/>
          <ac:cxnSpMkLst>
            <pc:docMk/>
            <pc:sldMk cId="1069595759" sldId="2363"/>
            <ac:cxnSpMk id="140" creationId="{6DABC4EF-6249-4A03-BAFB-59AE388C84B0}"/>
          </ac:cxnSpMkLst>
        </pc:cxnChg>
        <pc:cxnChg chg="add mod">
          <ac:chgData name="Marklin, Davina" userId="84e4f697-9584-4432-a4f1-a3676e318e0b" providerId="ADAL" clId="{2DF8FF49-25EE-4404-9B6E-E6708B09AD02}" dt="2021-09-15T17:43:34.907" v="670" actId="1076"/>
          <ac:cxnSpMkLst>
            <pc:docMk/>
            <pc:sldMk cId="1069595759" sldId="2363"/>
            <ac:cxnSpMk id="141" creationId="{395D58A8-47EE-443F-B32B-7BB1487EB458}"/>
          </ac:cxnSpMkLst>
        </pc:cxnChg>
        <pc:cxnChg chg="add mod">
          <ac:chgData name="Marklin, Davina" userId="84e4f697-9584-4432-a4f1-a3676e318e0b" providerId="ADAL" clId="{2DF8FF49-25EE-4404-9B6E-E6708B09AD02}" dt="2021-09-15T17:43:34.907" v="670" actId="1076"/>
          <ac:cxnSpMkLst>
            <pc:docMk/>
            <pc:sldMk cId="1069595759" sldId="2363"/>
            <ac:cxnSpMk id="143" creationId="{4945A302-E33F-49D5-8C56-9891FFB10D6C}"/>
          </ac:cxnSpMkLst>
        </pc:cxnChg>
        <pc:cxnChg chg="add mod">
          <ac:chgData name="Marklin, Davina" userId="84e4f697-9584-4432-a4f1-a3676e318e0b" providerId="ADAL" clId="{2DF8FF49-25EE-4404-9B6E-E6708B09AD02}" dt="2021-09-15T17:43:34.907" v="670" actId="1076"/>
          <ac:cxnSpMkLst>
            <pc:docMk/>
            <pc:sldMk cId="1069595759" sldId="2363"/>
            <ac:cxnSpMk id="145" creationId="{8D53B8BA-3C0A-4FBF-8C4B-F31435AB501F}"/>
          </ac:cxnSpMkLst>
        </pc:cxnChg>
        <pc:cxnChg chg="add mod">
          <ac:chgData name="Marklin, Davina" userId="84e4f697-9584-4432-a4f1-a3676e318e0b" providerId="ADAL" clId="{2DF8FF49-25EE-4404-9B6E-E6708B09AD02}" dt="2021-09-15T17:43:34.907" v="670" actId="1076"/>
          <ac:cxnSpMkLst>
            <pc:docMk/>
            <pc:sldMk cId="1069595759" sldId="2363"/>
            <ac:cxnSpMk id="147" creationId="{0086EAD7-A77D-42A3-8119-5207992BBBE3}"/>
          </ac:cxnSpMkLst>
        </pc:cxnChg>
        <pc:cxnChg chg="add mod">
          <ac:chgData name="Marklin, Davina" userId="84e4f697-9584-4432-a4f1-a3676e318e0b" providerId="ADAL" clId="{2DF8FF49-25EE-4404-9B6E-E6708B09AD02}" dt="2021-09-15T17:43:34.907" v="670" actId="1076"/>
          <ac:cxnSpMkLst>
            <pc:docMk/>
            <pc:sldMk cId="1069595759" sldId="2363"/>
            <ac:cxnSpMk id="149" creationId="{BDAB8BFE-2786-4DBD-BF69-1BF3EED74FAA}"/>
          </ac:cxnSpMkLst>
        </pc:cxnChg>
        <pc:cxnChg chg="add mod">
          <ac:chgData name="Marklin, Davina" userId="84e4f697-9584-4432-a4f1-a3676e318e0b" providerId="ADAL" clId="{2DF8FF49-25EE-4404-9B6E-E6708B09AD02}" dt="2021-09-15T17:43:34.907" v="670" actId="1076"/>
          <ac:cxnSpMkLst>
            <pc:docMk/>
            <pc:sldMk cId="1069595759" sldId="2363"/>
            <ac:cxnSpMk id="156" creationId="{FF3927F6-978A-43C8-9719-F033D700517D}"/>
          </ac:cxnSpMkLst>
        </pc:cxnChg>
        <pc:cxnChg chg="add mod">
          <ac:chgData name="Marklin, Davina" userId="84e4f697-9584-4432-a4f1-a3676e318e0b" providerId="ADAL" clId="{2DF8FF49-25EE-4404-9B6E-E6708B09AD02}" dt="2021-09-15T17:43:34.907" v="670" actId="1076"/>
          <ac:cxnSpMkLst>
            <pc:docMk/>
            <pc:sldMk cId="1069595759" sldId="2363"/>
            <ac:cxnSpMk id="157" creationId="{8D5666CF-A99C-47A0-9F5C-13311FBF98EC}"/>
          </ac:cxnSpMkLst>
        </pc:cxnChg>
        <pc:cxnChg chg="add mod">
          <ac:chgData name="Marklin, Davina" userId="84e4f697-9584-4432-a4f1-a3676e318e0b" providerId="ADAL" clId="{2DF8FF49-25EE-4404-9B6E-E6708B09AD02}" dt="2021-09-15T17:43:34.907" v="670" actId="1076"/>
          <ac:cxnSpMkLst>
            <pc:docMk/>
            <pc:sldMk cId="1069595759" sldId="2363"/>
            <ac:cxnSpMk id="159" creationId="{1F54A1DD-418B-4162-82B9-D73D9EDC6D23}"/>
          </ac:cxnSpMkLst>
        </pc:cxnChg>
        <pc:cxnChg chg="add mod">
          <ac:chgData name="Marklin, Davina" userId="84e4f697-9584-4432-a4f1-a3676e318e0b" providerId="ADAL" clId="{2DF8FF49-25EE-4404-9B6E-E6708B09AD02}" dt="2021-09-15T17:43:34.907" v="670" actId="1076"/>
          <ac:cxnSpMkLst>
            <pc:docMk/>
            <pc:sldMk cId="1069595759" sldId="2363"/>
            <ac:cxnSpMk id="161" creationId="{1872E0C8-F80B-4EEF-A5BF-615CB51851FB}"/>
          </ac:cxnSpMkLst>
        </pc:cxnChg>
        <pc:cxnChg chg="add mod">
          <ac:chgData name="Marklin, Davina" userId="84e4f697-9584-4432-a4f1-a3676e318e0b" providerId="ADAL" clId="{2DF8FF49-25EE-4404-9B6E-E6708B09AD02}" dt="2021-09-15T17:43:34.907" v="670" actId="1076"/>
          <ac:cxnSpMkLst>
            <pc:docMk/>
            <pc:sldMk cId="1069595759" sldId="2363"/>
            <ac:cxnSpMk id="163" creationId="{8C8B9EAD-D529-49AF-8A06-5D7C354E46D7}"/>
          </ac:cxnSpMkLst>
        </pc:cxnChg>
        <pc:cxnChg chg="add mod">
          <ac:chgData name="Marklin, Davina" userId="84e4f697-9584-4432-a4f1-a3676e318e0b" providerId="ADAL" clId="{2DF8FF49-25EE-4404-9B6E-E6708B09AD02}" dt="2021-09-15T17:43:34.907" v="670" actId="1076"/>
          <ac:cxnSpMkLst>
            <pc:docMk/>
            <pc:sldMk cId="1069595759" sldId="2363"/>
            <ac:cxnSpMk id="165" creationId="{15EC2AA0-5037-48B0-AF29-DDA16CE2CEC8}"/>
          </ac:cxnSpMkLst>
        </pc:cxnChg>
        <pc:cxnChg chg="add mod">
          <ac:chgData name="Marklin, Davina" userId="84e4f697-9584-4432-a4f1-a3676e318e0b" providerId="ADAL" clId="{2DF8FF49-25EE-4404-9B6E-E6708B09AD02}" dt="2021-09-15T17:43:34.907" v="670" actId="1076"/>
          <ac:cxnSpMkLst>
            <pc:docMk/>
            <pc:sldMk cId="1069595759" sldId="2363"/>
            <ac:cxnSpMk id="166" creationId="{42BCEAD9-DD62-4622-A15A-4F65D511A3F4}"/>
          </ac:cxnSpMkLst>
        </pc:cxnChg>
        <pc:cxnChg chg="add mod">
          <ac:chgData name="Marklin, Davina" userId="84e4f697-9584-4432-a4f1-a3676e318e0b" providerId="ADAL" clId="{2DF8FF49-25EE-4404-9B6E-E6708B09AD02}" dt="2021-09-15T17:43:34.907" v="670" actId="1076"/>
          <ac:cxnSpMkLst>
            <pc:docMk/>
            <pc:sldMk cId="1069595759" sldId="2363"/>
            <ac:cxnSpMk id="169" creationId="{FCE81355-740B-4D92-AB87-03C95A39721B}"/>
          </ac:cxnSpMkLst>
        </pc:cxnChg>
        <pc:cxnChg chg="add mod">
          <ac:chgData name="Marklin, Davina" userId="84e4f697-9584-4432-a4f1-a3676e318e0b" providerId="ADAL" clId="{2DF8FF49-25EE-4404-9B6E-E6708B09AD02}" dt="2021-09-15T17:43:34.907" v="670" actId="1076"/>
          <ac:cxnSpMkLst>
            <pc:docMk/>
            <pc:sldMk cId="1069595759" sldId="2363"/>
            <ac:cxnSpMk id="175" creationId="{4A17B1CB-4D73-4B81-908B-3C200BCA9893}"/>
          </ac:cxnSpMkLst>
        </pc:cxnChg>
        <pc:cxnChg chg="add mod">
          <ac:chgData name="Marklin, Davina" userId="84e4f697-9584-4432-a4f1-a3676e318e0b" providerId="ADAL" clId="{2DF8FF49-25EE-4404-9B6E-E6708B09AD02}" dt="2021-09-15T17:43:34.907" v="670" actId="1076"/>
          <ac:cxnSpMkLst>
            <pc:docMk/>
            <pc:sldMk cId="1069595759" sldId="2363"/>
            <ac:cxnSpMk id="180" creationId="{D60D1197-8F02-40D0-9821-584B956C9FC8}"/>
          </ac:cxnSpMkLst>
        </pc:cxnChg>
        <pc:cxnChg chg="add mod">
          <ac:chgData name="Marklin, Davina" userId="84e4f697-9584-4432-a4f1-a3676e318e0b" providerId="ADAL" clId="{2DF8FF49-25EE-4404-9B6E-E6708B09AD02}" dt="2021-09-15T17:43:34.907" v="670" actId="1076"/>
          <ac:cxnSpMkLst>
            <pc:docMk/>
            <pc:sldMk cId="1069595759" sldId="2363"/>
            <ac:cxnSpMk id="181" creationId="{2AD73281-BDD8-49B2-88F3-90109CC75FE2}"/>
          </ac:cxnSpMkLst>
        </pc:cxnChg>
        <pc:cxnChg chg="add mod">
          <ac:chgData name="Marklin, Davina" userId="84e4f697-9584-4432-a4f1-a3676e318e0b" providerId="ADAL" clId="{2DF8FF49-25EE-4404-9B6E-E6708B09AD02}" dt="2021-09-15T17:43:34.907" v="670" actId="1076"/>
          <ac:cxnSpMkLst>
            <pc:docMk/>
            <pc:sldMk cId="1069595759" sldId="2363"/>
            <ac:cxnSpMk id="183" creationId="{26B18264-5270-48E0-9AC3-1318DF40FE8B}"/>
          </ac:cxnSpMkLst>
        </pc:cxnChg>
        <pc:cxnChg chg="add mod">
          <ac:chgData name="Marklin, Davina" userId="84e4f697-9584-4432-a4f1-a3676e318e0b" providerId="ADAL" clId="{2DF8FF49-25EE-4404-9B6E-E6708B09AD02}" dt="2021-09-15T17:43:34.907" v="670" actId="1076"/>
          <ac:cxnSpMkLst>
            <pc:docMk/>
            <pc:sldMk cId="1069595759" sldId="2363"/>
            <ac:cxnSpMk id="185" creationId="{8AA9B394-D27A-4558-97A9-CABC540F20EA}"/>
          </ac:cxnSpMkLst>
        </pc:cxnChg>
        <pc:cxnChg chg="add mod">
          <ac:chgData name="Marklin, Davina" userId="84e4f697-9584-4432-a4f1-a3676e318e0b" providerId="ADAL" clId="{2DF8FF49-25EE-4404-9B6E-E6708B09AD02}" dt="2021-09-15T17:43:34.907" v="670" actId="1076"/>
          <ac:cxnSpMkLst>
            <pc:docMk/>
            <pc:sldMk cId="1069595759" sldId="2363"/>
            <ac:cxnSpMk id="187" creationId="{84E7F5DA-7D37-4D87-87B8-FF70371BF355}"/>
          </ac:cxnSpMkLst>
        </pc:cxnChg>
        <pc:cxnChg chg="add mod">
          <ac:chgData name="Marklin, Davina" userId="84e4f697-9584-4432-a4f1-a3676e318e0b" providerId="ADAL" clId="{2DF8FF49-25EE-4404-9B6E-E6708B09AD02}" dt="2021-09-15T17:43:34.907" v="670" actId="1076"/>
          <ac:cxnSpMkLst>
            <pc:docMk/>
            <pc:sldMk cId="1069595759" sldId="2363"/>
            <ac:cxnSpMk id="188" creationId="{BC734B7B-B574-49EC-8ED8-02549D5A2CBB}"/>
          </ac:cxnSpMkLst>
        </pc:cxnChg>
        <pc:cxnChg chg="add mod">
          <ac:chgData name="Marklin, Davina" userId="84e4f697-9584-4432-a4f1-a3676e318e0b" providerId="ADAL" clId="{2DF8FF49-25EE-4404-9B6E-E6708B09AD02}" dt="2021-09-15T17:43:34.907" v="670" actId="1076"/>
          <ac:cxnSpMkLst>
            <pc:docMk/>
            <pc:sldMk cId="1069595759" sldId="2363"/>
            <ac:cxnSpMk id="190" creationId="{60F84930-935E-44A2-9413-26446E7854F9}"/>
          </ac:cxnSpMkLst>
        </pc:cxnChg>
        <pc:cxnChg chg="add mod">
          <ac:chgData name="Marklin, Davina" userId="84e4f697-9584-4432-a4f1-a3676e318e0b" providerId="ADAL" clId="{2DF8FF49-25EE-4404-9B6E-E6708B09AD02}" dt="2021-09-15T17:43:34.907" v="670" actId="1076"/>
          <ac:cxnSpMkLst>
            <pc:docMk/>
            <pc:sldMk cId="1069595759" sldId="2363"/>
            <ac:cxnSpMk id="193" creationId="{D1DED786-A321-4F2A-9965-345080B8FA30}"/>
          </ac:cxnSpMkLst>
        </pc:cxnChg>
        <pc:cxnChg chg="add mod">
          <ac:chgData name="Marklin, Davina" userId="84e4f697-9584-4432-a4f1-a3676e318e0b" providerId="ADAL" clId="{2DF8FF49-25EE-4404-9B6E-E6708B09AD02}" dt="2021-09-15T17:43:34.907" v="670" actId="1076"/>
          <ac:cxnSpMkLst>
            <pc:docMk/>
            <pc:sldMk cId="1069595759" sldId="2363"/>
            <ac:cxnSpMk id="195" creationId="{0251E8B2-FE6B-4B79-8910-F44BE82619CB}"/>
          </ac:cxnSpMkLst>
        </pc:cxnChg>
        <pc:cxnChg chg="add mod">
          <ac:chgData name="Marklin, Davina" userId="84e4f697-9584-4432-a4f1-a3676e318e0b" providerId="ADAL" clId="{2DF8FF49-25EE-4404-9B6E-E6708B09AD02}" dt="2021-09-15T17:43:34.907" v="670" actId="1076"/>
          <ac:cxnSpMkLst>
            <pc:docMk/>
            <pc:sldMk cId="1069595759" sldId="2363"/>
            <ac:cxnSpMk id="219" creationId="{DA42C311-BA40-45E6-BFD5-42C075ECCA93}"/>
          </ac:cxnSpMkLst>
        </pc:cxnChg>
        <pc:cxnChg chg="add mod">
          <ac:chgData name="Marklin, Davina" userId="84e4f697-9584-4432-a4f1-a3676e318e0b" providerId="ADAL" clId="{2DF8FF49-25EE-4404-9B6E-E6708B09AD02}" dt="2021-09-15T17:43:34.907" v="670" actId="1076"/>
          <ac:cxnSpMkLst>
            <pc:docMk/>
            <pc:sldMk cId="1069595759" sldId="2363"/>
            <ac:cxnSpMk id="221" creationId="{866D7BC3-8DAB-40DA-9DBB-64A064B7DC7E}"/>
          </ac:cxnSpMkLst>
        </pc:cxnChg>
        <pc:cxnChg chg="add mod">
          <ac:chgData name="Marklin, Davina" userId="84e4f697-9584-4432-a4f1-a3676e318e0b" providerId="ADAL" clId="{2DF8FF49-25EE-4404-9B6E-E6708B09AD02}" dt="2021-09-15T17:43:34.907" v="670" actId="1076"/>
          <ac:cxnSpMkLst>
            <pc:docMk/>
            <pc:sldMk cId="1069595759" sldId="2363"/>
            <ac:cxnSpMk id="223" creationId="{8DF569A2-D5A5-4271-BF4E-7323591CF2E5}"/>
          </ac:cxnSpMkLst>
        </pc:cxnChg>
        <pc:cxnChg chg="add mod">
          <ac:chgData name="Marklin, Davina" userId="84e4f697-9584-4432-a4f1-a3676e318e0b" providerId="ADAL" clId="{2DF8FF49-25EE-4404-9B6E-E6708B09AD02}" dt="2021-09-15T17:43:34.907" v="670" actId="1076"/>
          <ac:cxnSpMkLst>
            <pc:docMk/>
            <pc:sldMk cId="1069595759" sldId="2363"/>
            <ac:cxnSpMk id="225" creationId="{38E9D12D-F27A-44BE-B7E2-BB4C0971EA22}"/>
          </ac:cxnSpMkLst>
        </pc:cxnChg>
        <pc:cxnChg chg="add mod">
          <ac:chgData name="Marklin, Davina" userId="84e4f697-9584-4432-a4f1-a3676e318e0b" providerId="ADAL" clId="{2DF8FF49-25EE-4404-9B6E-E6708B09AD02}" dt="2021-09-15T17:43:34.907" v="670" actId="1076"/>
          <ac:cxnSpMkLst>
            <pc:docMk/>
            <pc:sldMk cId="1069595759" sldId="2363"/>
            <ac:cxnSpMk id="228" creationId="{E2EA30EE-8318-4E4B-B356-03CC828B322C}"/>
          </ac:cxnSpMkLst>
        </pc:cxnChg>
        <pc:cxnChg chg="add mod">
          <ac:chgData name="Marklin, Davina" userId="84e4f697-9584-4432-a4f1-a3676e318e0b" providerId="ADAL" clId="{2DF8FF49-25EE-4404-9B6E-E6708B09AD02}" dt="2021-09-15T17:43:34.907" v="670" actId="1076"/>
          <ac:cxnSpMkLst>
            <pc:docMk/>
            <pc:sldMk cId="1069595759" sldId="2363"/>
            <ac:cxnSpMk id="229" creationId="{A170DC5A-5FAA-4A5D-9220-5F8D1C768892}"/>
          </ac:cxnSpMkLst>
        </pc:cxnChg>
        <pc:cxnChg chg="add mod">
          <ac:chgData name="Marklin, Davina" userId="84e4f697-9584-4432-a4f1-a3676e318e0b" providerId="ADAL" clId="{2DF8FF49-25EE-4404-9B6E-E6708B09AD02}" dt="2021-09-15T17:43:34.907" v="670" actId="1076"/>
          <ac:cxnSpMkLst>
            <pc:docMk/>
            <pc:sldMk cId="1069595759" sldId="2363"/>
            <ac:cxnSpMk id="230" creationId="{163E66E1-CC0A-41FD-977D-3020478CAF8E}"/>
          </ac:cxnSpMkLst>
        </pc:cxnChg>
        <pc:cxnChg chg="add mod">
          <ac:chgData name="Marklin, Davina" userId="84e4f697-9584-4432-a4f1-a3676e318e0b" providerId="ADAL" clId="{2DF8FF49-25EE-4404-9B6E-E6708B09AD02}" dt="2021-09-15T17:43:34.907" v="670" actId="1076"/>
          <ac:cxnSpMkLst>
            <pc:docMk/>
            <pc:sldMk cId="1069595759" sldId="2363"/>
            <ac:cxnSpMk id="231" creationId="{93670244-8247-4D71-8966-7886DF28EEE8}"/>
          </ac:cxnSpMkLst>
        </pc:cxnChg>
        <pc:cxnChg chg="add mod">
          <ac:chgData name="Marklin, Davina" userId="84e4f697-9584-4432-a4f1-a3676e318e0b" providerId="ADAL" clId="{2DF8FF49-25EE-4404-9B6E-E6708B09AD02}" dt="2021-09-15T17:43:34.907" v="670" actId="1076"/>
          <ac:cxnSpMkLst>
            <pc:docMk/>
            <pc:sldMk cId="1069595759" sldId="2363"/>
            <ac:cxnSpMk id="233" creationId="{FB2D5824-4E00-4D66-A329-EE2FDEFCAD7E}"/>
          </ac:cxnSpMkLst>
        </pc:cxnChg>
        <pc:cxnChg chg="add mod">
          <ac:chgData name="Marklin, Davina" userId="84e4f697-9584-4432-a4f1-a3676e318e0b" providerId="ADAL" clId="{2DF8FF49-25EE-4404-9B6E-E6708B09AD02}" dt="2021-09-15T17:43:34.907" v="670" actId="1076"/>
          <ac:cxnSpMkLst>
            <pc:docMk/>
            <pc:sldMk cId="1069595759" sldId="2363"/>
            <ac:cxnSpMk id="234" creationId="{AD43BD7A-5FB9-43B2-910B-5B47F490CE58}"/>
          </ac:cxnSpMkLst>
        </pc:cxnChg>
        <pc:cxnChg chg="add mod">
          <ac:chgData name="Marklin, Davina" userId="84e4f697-9584-4432-a4f1-a3676e318e0b" providerId="ADAL" clId="{2DF8FF49-25EE-4404-9B6E-E6708B09AD02}" dt="2021-09-15T17:43:34.907" v="670" actId="1076"/>
          <ac:cxnSpMkLst>
            <pc:docMk/>
            <pc:sldMk cId="1069595759" sldId="2363"/>
            <ac:cxnSpMk id="237" creationId="{BC6D6626-C140-459B-AFB2-543AD9180D8A}"/>
          </ac:cxnSpMkLst>
        </pc:cxnChg>
        <pc:cxnChg chg="add mod">
          <ac:chgData name="Marklin, Davina" userId="84e4f697-9584-4432-a4f1-a3676e318e0b" providerId="ADAL" clId="{2DF8FF49-25EE-4404-9B6E-E6708B09AD02}" dt="2021-09-15T17:43:34.907" v="670" actId="1076"/>
          <ac:cxnSpMkLst>
            <pc:docMk/>
            <pc:sldMk cId="1069595759" sldId="2363"/>
            <ac:cxnSpMk id="238" creationId="{09779519-8475-44A9-B494-BBA18E4CAA74}"/>
          </ac:cxnSpMkLst>
        </pc:cxnChg>
        <pc:cxnChg chg="add mod">
          <ac:chgData name="Marklin, Davina" userId="84e4f697-9584-4432-a4f1-a3676e318e0b" providerId="ADAL" clId="{2DF8FF49-25EE-4404-9B6E-E6708B09AD02}" dt="2021-09-15T17:43:34.907" v="670" actId="1076"/>
          <ac:cxnSpMkLst>
            <pc:docMk/>
            <pc:sldMk cId="1069595759" sldId="2363"/>
            <ac:cxnSpMk id="239" creationId="{E630EE31-7BD9-423A-8DFA-ADB7089E57B6}"/>
          </ac:cxnSpMkLst>
        </pc:cxnChg>
        <pc:cxnChg chg="add mod">
          <ac:chgData name="Marklin, Davina" userId="84e4f697-9584-4432-a4f1-a3676e318e0b" providerId="ADAL" clId="{2DF8FF49-25EE-4404-9B6E-E6708B09AD02}" dt="2021-09-15T17:43:34.907" v="670" actId="1076"/>
          <ac:cxnSpMkLst>
            <pc:docMk/>
            <pc:sldMk cId="1069595759" sldId="2363"/>
            <ac:cxnSpMk id="241" creationId="{CF9A8055-686B-4D34-AD1C-36E264AC81BD}"/>
          </ac:cxnSpMkLst>
        </pc:cxnChg>
        <pc:cxnChg chg="add mod">
          <ac:chgData name="Marklin, Davina" userId="84e4f697-9584-4432-a4f1-a3676e318e0b" providerId="ADAL" clId="{2DF8FF49-25EE-4404-9B6E-E6708B09AD02}" dt="2021-09-15T17:43:34.907" v="670" actId="1076"/>
          <ac:cxnSpMkLst>
            <pc:docMk/>
            <pc:sldMk cId="1069595759" sldId="2363"/>
            <ac:cxnSpMk id="243" creationId="{FF57EC56-0849-40D5-9667-502E4298BBDD}"/>
          </ac:cxnSpMkLst>
        </pc:cxnChg>
        <pc:cxnChg chg="add mod">
          <ac:chgData name="Marklin, Davina" userId="84e4f697-9584-4432-a4f1-a3676e318e0b" providerId="ADAL" clId="{2DF8FF49-25EE-4404-9B6E-E6708B09AD02}" dt="2021-09-15T17:43:34.907" v="670" actId="1076"/>
          <ac:cxnSpMkLst>
            <pc:docMk/>
            <pc:sldMk cId="1069595759" sldId="2363"/>
            <ac:cxnSpMk id="244" creationId="{ACF2D119-0C99-4FC8-8F5C-596BA580B219}"/>
          </ac:cxnSpMkLst>
        </pc:cxnChg>
        <pc:cxnChg chg="add mod">
          <ac:chgData name="Marklin, Davina" userId="84e4f697-9584-4432-a4f1-a3676e318e0b" providerId="ADAL" clId="{2DF8FF49-25EE-4404-9B6E-E6708B09AD02}" dt="2021-09-15T17:43:34.907" v="670" actId="1076"/>
          <ac:cxnSpMkLst>
            <pc:docMk/>
            <pc:sldMk cId="1069595759" sldId="2363"/>
            <ac:cxnSpMk id="247" creationId="{96BC571F-E28D-470C-9656-19370DA9699F}"/>
          </ac:cxnSpMkLst>
        </pc:cxnChg>
        <pc:cxnChg chg="add mod">
          <ac:chgData name="Marklin, Davina" userId="84e4f697-9584-4432-a4f1-a3676e318e0b" providerId="ADAL" clId="{2DF8FF49-25EE-4404-9B6E-E6708B09AD02}" dt="2021-09-15T17:43:34.907" v="670" actId="1076"/>
          <ac:cxnSpMkLst>
            <pc:docMk/>
            <pc:sldMk cId="1069595759" sldId="2363"/>
            <ac:cxnSpMk id="248" creationId="{C2F6BCCD-4A8C-4A01-8DDB-2AA3BCA2821B}"/>
          </ac:cxnSpMkLst>
        </pc:cxnChg>
      </pc:sldChg>
      <pc:sldChg chg="addSp delSp modSp new mod modClrScheme chgLayout">
        <pc:chgData name="Marklin, Davina" userId="84e4f697-9584-4432-a4f1-a3676e318e0b" providerId="ADAL" clId="{2DF8FF49-25EE-4404-9B6E-E6708B09AD02}" dt="2021-09-15T21:01:52.676" v="2391" actId="20577"/>
        <pc:sldMkLst>
          <pc:docMk/>
          <pc:sldMk cId="1668046285" sldId="2364"/>
        </pc:sldMkLst>
        <pc:spChg chg="del mod ord">
          <ac:chgData name="Marklin, Davina" userId="84e4f697-9584-4432-a4f1-a3676e318e0b" providerId="ADAL" clId="{2DF8FF49-25EE-4404-9B6E-E6708B09AD02}" dt="2021-09-15T17:47:55.729" v="672" actId="700"/>
          <ac:spMkLst>
            <pc:docMk/>
            <pc:sldMk cId="1668046285" sldId="2364"/>
            <ac:spMk id="2" creationId="{099FDB97-AC9B-4C9F-8902-BC6639688B98}"/>
          </ac:spMkLst>
        </pc:spChg>
        <pc:spChg chg="add del mod ord">
          <ac:chgData name="Marklin, Davina" userId="84e4f697-9584-4432-a4f1-a3676e318e0b" providerId="ADAL" clId="{2DF8FF49-25EE-4404-9B6E-E6708B09AD02}" dt="2021-09-15T17:47:59.985" v="674" actId="6264"/>
          <ac:spMkLst>
            <pc:docMk/>
            <pc:sldMk cId="1668046285" sldId="2364"/>
            <ac:spMk id="3" creationId="{115881F4-FC4E-4477-9357-DA3F604DB064}"/>
          </ac:spMkLst>
        </pc:spChg>
        <pc:spChg chg="add mod ord">
          <ac:chgData name="Marklin, Davina" userId="84e4f697-9584-4432-a4f1-a3676e318e0b" providerId="ADAL" clId="{2DF8FF49-25EE-4404-9B6E-E6708B09AD02}" dt="2021-09-15T21:01:52.676" v="2391" actId="20577"/>
          <ac:spMkLst>
            <pc:docMk/>
            <pc:sldMk cId="1668046285" sldId="2364"/>
            <ac:spMk id="4" creationId="{CC5BA46C-E8C7-4E7F-B1C4-0EA2796C7EFA}"/>
          </ac:spMkLst>
        </pc:spChg>
        <pc:spChg chg="add del mod">
          <ac:chgData name="Marklin, Davina" userId="84e4f697-9584-4432-a4f1-a3676e318e0b" providerId="ADAL" clId="{2DF8FF49-25EE-4404-9B6E-E6708B09AD02}" dt="2021-09-15T17:47:59.985" v="674" actId="6264"/>
          <ac:spMkLst>
            <pc:docMk/>
            <pc:sldMk cId="1668046285" sldId="2364"/>
            <ac:spMk id="5" creationId="{4B16F84C-2FF8-456D-89B8-8CEDAF40980F}"/>
          </ac:spMkLst>
        </pc:spChg>
        <pc:spChg chg="add del mod ord">
          <ac:chgData name="Marklin, Davina" userId="84e4f697-9584-4432-a4f1-a3676e318e0b" providerId="ADAL" clId="{2DF8FF49-25EE-4404-9B6E-E6708B09AD02}" dt="2021-09-15T17:48:02.872" v="675" actId="6264"/>
          <ac:spMkLst>
            <pc:docMk/>
            <pc:sldMk cId="1668046285" sldId="2364"/>
            <ac:spMk id="6" creationId="{7EB4D09C-7535-462D-AEB3-9A529AB6B183}"/>
          </ac:spMkLst>
        </pc:spChg>
        <pc:spChg chg="add del mod">
          <ac:chgData name="Marklin, Davina" userId="84e4f697-9584-4432-a4f1-a3676e318e0b" providerId="ADAL" clId="{2DF8FF49-25EE-4404-9B6E-E6708B09AD02}" dt="2021-09-15T17:48:02.872" v="675" actId="6264"/>
          <ac:spMkLst>
            <pc:docMk/>
            <pc:sldMk cId="1668046285" sldId="2364"/>
            <ac:spMk id="7" creationId="{E1D414A6-9B96-43FD-BF9C-DDA66FDEE2E3}"/>
          </ac:spMkLst>
        </pc:spChg>
        <pc:spChg chg="add mod ord">
          <ac:chgData name="Marklin, Davina" userId="84e4f697-9584-4432-a4f1-a3676e318e0b" providerId="ADAL" clId="{2DF8FF49-25EE-4404-9B6E-E6708B09AD02}" dt="2021-09-15T18:40:29.330" v="1033" actId="20577"/>
          <ac:spMkLst>
            <pc:docMk/>
            <pc:sldMk cId="1668046285" sldId="2364"/>
            <ac:spMk id="8" creationId="{A8B66D83-3E83-4BA0-A545-467BFED55292}"/>
          </ac:spMkLst>
        </pc:spChg>
      </pc:sldChg>
      <pc:sldChg chg="del">
        <pc:chgData name="Marklin, Davina" userId="84e4f697-9584-4432-a4f1-a3676e318e0b" providerId="ADAL" clId="{2DF8FF49-25EE-4404-9B6E-E6708B09AD02}" dt="2021-09-15T15:17:13.490" v="219" actId="47"/>
        <pc:sldMkLst>
          <pc:docMk/>
          <pc:sldMk cId="1279256529" sldId="2365"/>
        </pc:sldMkLst>
      </pc:sldChg>
      <pc:sldChg chg="addSp delSp modSp new mod chgLayout">
        <pc:chgData name="Marklin, Davina" userId="84e4f697-9584-4432-a4f1-a3676e318e0b" providerId="ADAL" clId="{2DF8FF49-25EE-4404-9B6E-E6708B09AD02}" dt="2021-09-15T20:42:41.583" v="2062" actId="20577"/>
        <pc:sldMkLst>
          <pc:docMk/>
          <pc:sldMk cId="3065546655" sldId="2365"/>
        </pc:sldMkLst>
        <pc:spChg chg="mod ord">
          <ac:chgData name="Marklin, Davina" userId="84e4f697-9584-4432-a4f1-a3676e318e0b" providerId="ADAL" clId="{2DF8FF49-25EE-4404-9B6E-E6708B09AD02}" dt="2021-09-15T17:51:57.614" v="715" actId="6264"/>
          <ac:spMkLst>
            <pc:docMk/>
            <pc:sldMk cId="3065546655" sldId="2365"/>
            <ac:spMk id="2" creationId="{CEBB0D52-6803-4676-8378-83DDA6FF1372}"/>
          </ac:spMkLst>
        </pc:spChg>
        <pc:spChg chg="mod ord">
          <ac:chgData name="Marklin, Davina" userId="84e4f697-9584-4432-a4f1-a3676e318e0b" providerId="ADAL" clId="{2DF8FF49-25EE-4404-9B6E-E6708B09AD02}" dt="2021-09-15T20:42:41.583" v="2062" actId="20577"/>
          <ac:spMkLst>
            <pc:docMk/>
            <pc:sldMk cId="3065546655" sldId="2365"/>
            <ac:spMk id="3" creationId="{BB5B9B70-25C2-4BA3-A92F-F7229135D669}"/>
          </ac:spMkLst>
        </pc:spChg>
        <pc:spChg chg="add del mod">
          <ac:chgData name="Marklin, Davina" userId="84e4f697-9584-4432-a4f1-a3676e318e0b" providerId="ADAL" clId="{2DF8FF49-25EE-4404-9B6E-E6708B09AD02}" dt="2021-09-15T17:51:57.614" v="715" actId="6264"/>
          <ac:spMkLst>
            <pc:docMk/>
            <pc:sldMk cId="3065546655" sldId="2365"/>
            <ac:spMk id="4" creationId="{E517F8EE-A632-4278-9FAB-4953E1D119DE}"/>
          </ac:spMkLst>
        </pc:spChg>
        <pc:spChg chg="add del mod">
          <ac:chgData name="Marklin, Davina" userId="84e4f697-9584-4432-a4f1-a3676e318e0b" providerId="ADAL" clId="{2DF8FF49-25EE-4404-9B6E-E6708B09AD02}" dt="2021-09-15T17:51:57.614" v="715" actId="6264"/>
          <ac:spMkLst>
            <pc:docMk/>
            <pc:sldMk cId="3065546655" sldId="2365"/>
            <ac:spMk id="5" creationId="{F7622B7A-16A5-4BC1-8AC8-B7E52ACAE851}"/>
          </ac:spMkLst>
        </pc:spChg>
      </pc:sldChg>
      <pc:sldChg chg="addSp delSp modSp new mod">
        <pc:chgData name="Marklin, Davina" userId="84e4f697-9584-4432-a4f1-a3676e318e0b" providerId="ADAL" clId="{2DF8FF49-25EE-4404-9B6E-E6708B09AD02}" dt="2021-09-15T18:34:43.857" v="920"/>
        <pc:sldMkLst>
          <pc:docMk/>
          <pc:sldMk cId="1604516426" sldId="2366"/>
        </pc:sldMkLst>
        <pc:spChg chg="mod">
          <ac:chgData name="Marklin, Davina" userId="84e4f697-9584-4432-a4f1-a3676e318e0b" providerId="ADAL" clId="{2DF8FF49-25EE-4404-9B6E-E6708B09AD02}" dt="2021-09-15T18:34:21.699" v="918" actId="20577"/>
          <ac:spMkLst>
            <pc:docMk/>
            <pc:sldMk cId="1604516426" sldId="2366"/>
            <ac:spMk id="2" creationId="{E8232BCF-0065-487F-8F6A-428FE3F8353C}"/>
          </ac:spMkLst>
        </pc:spChg>
        <pc:spChg chg="del">
          <ac:chgData name="Marklin, Davina" userId="84e4f697-9584-4432-a4f1-a3676e318e0b" providerId="ADAL" clId="{2DF8FF49-25EE-4404-9B6E-E6708B09AD02}" dt="2021-09-15T18:34:27.356" v="919" actId="478"/>
          <ac:spMkLst>
            <pc:docMk/>
            <pc:sldMk cId="1604516426" sldId="2366"/>
            <ac:spMk id="3" creationId="{64EBF22A-5E16-4730-BAE1-78D9D11D6FBF}"/>
          </ac:spMkLst>
        </pc:spChg>
        <pc:spChg chg="mod">
          <ac:chgData name="Marklin, Davina" userId="84e4f697-9584-4432-a4f1-a3676e318e0b" providerId="ADAL" clId="{2DF8FF49-25EE-4404-9B6E-E6708B09AD02}" dt="2021-09-15T18:34:43.857" v="920"/>
          <ac:spMkLst>
            <pc:docMk/>
            <pc:sldMk cId="1604516426" sldId="2366"/>
            <ac:spMk id="6" creationId="{60149652-E6E8-4F36-BB9F-B67600FD869F}"/>
          </ac:spMkLst>
        </pc:spChg>
        <pc:spChg chg="mod">
          <ac:chgData name="Marklin, Davina" userId="84e4f697-9584-4432-a4f1-a3676e318e0b" providerId="ADAL" clId="{2DF8FF49-25EE-4404-9B6E-E6708B09AD02}" dt="2021-09-15T18:34:43.857" v="920"/>
          <ac:spMkLst>
            <pc:docMk/>
            <pc:sldMk cId="1604516426" sldId="2366"/>
            <ac:spMk id="7" creationId="{E54FFCF9-BE04-4270-ACE6-73E7297C1817}"/>
          </ac:spMkLst>
        </pc:spChg>
        <pc:spChg chg="mod">
          <ac:chgData name="Marklin, Davina" userId="84e4f697-9584-4432-a4f1-a3676e318e0b" providerId="ADAL" clId="{2DF8FF49-25EE-4404-9B6E-E6708B09AD02}" dt="2021-09-15T18:34:43.857" v="920"/>
          <ac:spMkLst>
            <pc:docMk/>
            <pc:sldMk cId="1604516426" sldId="2366"/>
            <ac:spMk id="8" creationId="{8C16B02E-24B6-406F-89A0-593EA7B94A03}"/>
          </ac:spMkLst>
        </pc:spChg>
        <pc:spChg chg="mod">
          <ac:chgData name="Marklin, Davina" userId="84e4f697-9584-4432-a4f1-a3676e318e0b" providerId="ADAL" clId="{2DF8FF49-25EE-4404-9B6E-E6708B09AD02}" dt="2021-09-15T18:34:43.857" v="920"/>
          <ac:spMkLst>
            <pc:docMk/>
            <pc:sldMk cId="1604516426" sldId="2366"/>
            <ac:spMk id="12" creationId="{7E5FED0B-ADCF-4408-B68A-C451DC6F0FCC}"/>
          </ac:spMkLst>
        </pc:spChg>
        <pc:spChg chg="mod">
          <ac:chgData name="Marklin, Davina" userId="84e4f697-9584-4432-a4f1-a3676e318e0b" providerId="ADAL" clId="{2DF8FF49-25EE-4404-9B6E-E6708B09AD02}" dt="2021-09-15T18:34:43.857" v="920"/>
          <ac:spMkLst>
            <pc:docMk/>
            <pc:sldMk cId="1604516426" sldId="2366"/>
            <ac:spMk id="14" creationId="{9F8D9A2D-A8A9-4E11-B612-45BD8C8405FF}"/>
          </ac:spMkLst>
        </pc:spChg>
        <pc:spChg chg="mod">
          <ac:chgData name="Marklin, Davina" userId="84e4f697-9584-4432-a4f1-a3676e318e0b" providerId="ADAL" clId="{2DF8FF49-25EE-4404-9B6E-E6708B09AD02}" dt="2021-09-15T18:34:43.857" v="920"/>
          <ac:spMkLst>
            <pc:docMk/>
            <pc:sldMk cId="1604516426" sldId="2366"/>
            <ac:spMk id="19" creationId="{68144E66-8C46-4F5B-A851-E407ED3A6962}"/>
          </ac:spMkLst>
        </pc:spChg>
        <pc:spChg chg="mod">
          <ac:chgData name="Marklin, Davina" userId="84e4f697-9584-4432-a4f1-a3676e318e0b" providerId="ADAL" clId="{2DF8FF49-25EE-4404-9B6E-E6708B09AD02}" dt="2021-09-15T18:34:43.857" v="920"/>
          <ac:spMkLst>
            <pc:docMk/>
            <pc:sldMk cId="1604516426" sldId="2366"/>
            <ac:spMk id="20" creationId="{43BB11C1-BAB4-4519-8F91-48A2286B6F74}"/>
          </ac:spMkLst>
        </pc:spChg>
        <pc:spChg chg="mod">
          <ac:chgData name="Marklin, Davina" userId="84e4f697-9584-4432-a4f1-a3676e318e0b" providerId="ADAL" clId="{2DF8FF49-25EE-4404-9B6E-E6708B09AD02}" dt="2021-09-15T18:34:43.857" v="920"/>
          <ac:spMkLst>
            <pc:docMk/>
            <pc:sldMk cId="1604516426" sldId="2366"/>
            <ac:spMk id="21" creationId="{B0B82FE1-B4D8-4967-8A76-4FFE71F90169}"/>
          </ac:spMkLst>
        </pc:spChg>
        <pc:spChg chg="mod">
          <ac:chgData name="Marklin, Davina" userId="84e4f697-9584-4432-a4f1-a3676e318e0b" providerId="ADAL" clId="{2DF8FF49-25EE-4404-9B6E-E6708B09AD02}" dt="2021-09-15T18:34:43.857" v="920"/>
          <ac:spMkLst>
            <pc:docMk/>
            <pc:sldMk cId="1604516426" sldId="2366"/>
            <ac:spMk id="22" creationId="{BFA8069E-7E00-4D11-9B05-B64B1341F618}"/>
          </ac:spMkLst>
        </pc:spChg>
        <pc:spChg chg="mod">
          <ac:chgData name="Marklin, Davina" userId="84e4f697-9584-4432-a4f1-a3676e318e0b" providerId="ADAL" clId="{2DF8FF49-25EE-4404-9B6E-E6708B09AD02}" dt="2021-09-15T18:34:43.857" v="920"/>
          <ac:spMkLst>
            <pc:docMk/>
            <pc:sldMk cId="1604516426" sldId="2366"/>
            <ac:spMk id="24" creationId="{03D55605-8D20-4EB7-9F6D-9F94998ECBD7}"/>
          </ac:spMkLst>
        </pc:spChg>
        <pc:spChg chg="mod">
          <ac:chgData name="Marklin, Davina" userId="84e4f697-9584-4432-a4f1-a3676e318e0b" providerId="ADAL" clId="{2DF8FF49-25EE-4404-9B6E-E6708B09AD02}" dt="2021-09-15T18:34:43.857" v="920"/>
          <ac:spMkLst>
            <pc:docMk/>
            <pc:sldMk cId="1604516426" sldId="2366"/>
            <ac:spMk id="25" creationId="{5A32F859-5985-4515-BBEE-C1E1F22A5FD4}"/>
          </ac:spMkLst>
        </pc:spChg>
        <pc:spChg chg="mod">
          <ac:chgData name="Marklin, Davina" userId="84e4f697-9584-4432-a4f1-a3676e318e0b" providerId="ADAL" clId="{2DF8FF49-25EE-4404-9B6E-E6708B09AD02}" dt="2021-09-15T18:34:43.857" v="920"/>
          <ac:spMkLst>
            <pc:docMk/>
            <pc:sldMk cId="1604516426" sldId="2366"/>
            <ac:spMk id="26" creationId="{EB288DD6-5F53-409A-8A62-9265E3298C45}"/>
          </ac:spMkLst>
        </pc:spChg>
        <pc:spChg chg="mod">
          <ac:chgData name="Marklin, Davina" userId="84e4f697-9584-4432-a4f1-a3676e318e0b" providerId="ADAL" clId="{2DF8FF49-25EE-4404-9B6E-E6708B09AD02}" dt="2021-09-15T18:34:43.857" v="920"/>
          <ac:spMkLst>
            <pc:docMk/>
            <pc:sldMk cId="1604516426" sldId="2366"/>
            <ac:spMk id="27" creationId="{3504BC94-B488-4E09-9EEF-019F8EB04B9D}"/>
          </ac:spMkLst>
        </pc:spChg>
        <pc:spChg chg="mod">
          <ac:chgData name="Marklin, Davina" userId="84e4f697-9584-4432-a4f1-a3676e318e0b" providerId="ADAL" clId="{2DF8FF49-25EE-4404-9B6E-E6708B09AD02}" dt="2021-09-15T18:34:43.857" v="920"/>
          <ac:spMkLst>
            <pc:docMk/>
            <pc:sldMk cId="1604516426" sldId="2366"/>
            <ac:spMk id="32" creationId="{4F84EE9A-4AD7-41CE-A42F-47F255B613DF}"/>
          </ac:spMkLst>
        </pc:spChg>
        <pc:spChg chg="mod">
          <ac:chgData name="Marklin, Davina" userId="84e4f697-9584-4432-a4f1-a3676e318e0b" providerId="ADAL" clId="{2DF8FF49-25EE-4404-9B6E-E6708B09AD02}" dt="2021-09-15T18:34:43.857" v="920"/>
          <ac:spMkLst>
            <pc:docMk/>
            <pc:sldMk cId="1604516426" sldId="2366"/>
            <ac:spMk id="33" creationId="{B3BF8DFF-99BA-4291-BA13-4E7D185341F5}"/>
          </ac:spMkLst>
        </pc:spChg>
        <pc:spChg chg="mod">
          <ac:chgData name="Marklin, Davina" userId="84e4f697-9584-4432-a4f1-a3676e318e0b" providerId="ADAL" clId="{2DF8FF49-25EE-4404-9B6E-E6708B09AD02}" dt="2021-09-15T18:34:43.857" v="920"/>
          <ac:spMkLst>
            <pc:docMk/>
            <pc:sldMk cId="1604516426" sldId="2366"/>
            <ac:spMk id="34" creationId="{C9A1DF02-1A1B-48F4-870C-126CE5654A1C}"/>
          </ac:spMkLst>
        </pc:spChg>
        <pc:spChg chg="mod">
          <ac:chgData name="Marklin, Davina" userId="84e4f697-9584-4432-a4f1-a3676e318e0b" providerId="ADAL" clId="{2DF8FF49-25EE-4404-9B6E-E6708B09AD02}" dt="2021-09-15T18:34:43.857" v="920"/>
          <ac:spMkLst>
            <pc:docMk/>
            <pc:sldMk cId="1604516426" sldId="2366"/>
            <ac:spMk id="35" creationId="{849C71F7-D027-4842-B162-641C4154F4C8}"/>
          </ac:spMkLst>
        </pc:spChg>
        <pc:spChg chg="mod">
          <ac:chgData name="Marklin, Davina" userId="84e4f697-9584-4432-a4f1-a3676e318e0b" providerId="ADAL" clId="{2DF8FF49-25EE-4404-9B6E-E6708B09AD02}" dt="2021-09-15T18:34:43.857" v="920"/>
          <ac:spMkLst>
            <pc:docMk/>
            <pc:sldMk cId="1604516426" sldId="2366"/>
            <ac:spMk id="36" creationId="{280AC6F6-2FB7-4163-84B1-C28DD9BAFE46}"/>
          </ac:spMkLst>
        </pc:spChg>
        <pc:spChg chg="mod">
          <ac:chgData name="Marklin, Davina" userId="84e4f697-9584-4432-a4f1-a3676e318e0b" providerId="ADAL" clId="{2DF8FF49-25EE-4404-9B6E-E6708B09AD02}" dt="2021-09-15T18:34:43.857" v="920"/>
          <ac:spMkLst>
            <pc:docMk/>
            <pc:sldMk cId="1604516426" sldId="2366"/>
            <ac:spMk id="37" creationId="{DE8B7DF5-4CDC-4EC3-AE05-1FAAE95FD1F0}"/>
          </ac:spMkLst>
        </pc:spChg>
        <pc:spChg chg="mod">
          <ac:chgData name="Marklin, Davina" userId="84e4f697-9584-4432-a4f1-a3676e318e0b" providerId="ADAL" clId="{2DF8FF49-25EE-4404-9B6E-E6708B09AD02}" dt="2021-09-15T18:34:43.857" v="920"/>
          <ac:spMkLst>
            <pc:docMk/>
            <pc:sldMk cId="1604516426" sldId="2366"/>
            <ac:spMk id="38" creationId="{FA896573-AF1F-4F52-A785-D38B3887479A}"/>
          </ac:spMkLst>
        </pc:spChg>
        <pc:spChg chg="mod">
          <ac:chgData name="Marklin, Davina" userId="84e4f697-9584-4432-a4f1-a3676e318e0b" providerId="ADAL" clId="{2DF8FF49-25EE-4404-9B6E-E6708B09AD02}" dt="2021-09-15T18:34:43.857" v="920"/>
          <ac:spMkLst>
            <pc:docMk/>
            <pc:sldMk cId="1604516426" sldId="2366"/>
            <ac:spMk id="39" creationId="{814E5300-3FCE-49EF-8806-A277D374FAB1}"/>
          </ac:spMkLst>
        </pc:spChg>
        <pc:spChg chg="mod">
          <ac:chgData name="Marklin, Davina" userId="84e4f697-9584-4432-a4f1-a3676e318e0b" providerId="ADAL" clId="{2DF8FF49-25EE-4404-9B6E-E6708B09AD02}" dt="2021-09-15T18:34:43.857" v="920"/>
          <ac:spMkLst>
            <pc:docMk/>
            <pc:sldMk cId="1604516426" sldId="2366"/>
            <ac:spMk id="42" creationId="{B706C3EC-3907-4F1E-B393-1D14F0751DEB}"/>
          </ac:spMkLst>
        </pc:spChg>
        <pc:spChg chg="mod">
          <ac:chgData name="Marklin, Davina" userId="84e4f697-9584-4432-a4f1-a3676e318e0b" providerId="ADAL" clId="{2DF8FF49-25EE-4404-9B6E-E6708B09AD02}" dt="2021-09-15T18:34:43.857" v="920"/>
          <ac:spMkLst>
            <pc:docMk/>
            <pc:sldMk cId="1604516426" sldId="2366"/>
            <ac:spMk id="43" creationId="{6AFA3020-1BDD-4113-A0EE-686AAF91A948}"/>
          </ac:spMkLst>
        </pc:spChg>
        <pc:spChg chg="mod">
          <ac:chgData name="Marklin, Davina" userId="84e4f697-9584-4432-a4f1-a3676e318e0b" providerId="ADAL" clId="{2DF8FF49-25EE-4404-9B6E-E6708B09AD02}" dt="2021-09-15T18:34:43.857" v="920"/>
          <ac:spMkLst>
            <pc:docMk/>
            <pc:sldMk cId="1604516426" sldId="2366"/>
            <ac:spMk id="44" creationId="{D4FF9CD3-B2BE-4697-92DA-6089356C99FC}"/>
          </ac:spMkLst>
        </pc:spChg>
        <pc:spChg chg="mod">
          <ac:chgData name="Marklin, Davina" userId="84e4f697-9584-4432-a4f1-a3676e318e0b" providerId="ADAL" clId="{2DF8FF49-25EE-4404-9B6E-E6708B09AD02}" dt="2021-09-15T18:34:43.857" v="920"/>
          <ac:spMkLst>
            <pc:docMk/>
            <pc:sldMk cId="1604516426" sldId="2366"/>
            <ac:spMk id="45" creationId="{9544FA6B-8E29-489A-9607-A71C2380221A}"/>
          </ac:spMkLst>
        </pc:spChg>
        <pc:spChg chg="mod">
          <ac:chgData name="Marklin, Davina" userId="84e4f697-9584-4432-a4f1-a3676e318e0b" providerId="ADAL" clId="{2DF8FF49-25EE-4404-9B6E-E6708B09AD02}" dt="2021-09-15T18:34:43.857" v="920"/>
          <ac:spMkLst>
            <pc:docMk/>
            <pc:sldMk cId="1604516426" sldId="2366"/>
            <ac:spMk id="46" creationId="{903B5A78-3203-443D-B226-F3F533B22E91}"/>
          </ac:spMkLst>
        </pc:spChg>
        <pc:grpChg chg="add mod">
          <ac:chgData name="Marklin, Davina" userId="84e4f697-9584-4432-a4f1-a3676e318e0b" providerId="ADAL" clId="{2DF8FF49-25EE-4404-9B6E-E6708B09AD02}" dt="2021-09-15T18:34:43.857" v="920"/>
          <ac:grpSpMkLst>
            <pc:docMk/>
            <pc:sldMk cId="1604516426" sldId="2366"/>
            <ac:grpSpMk id="4" creationId="{DA32A0DB-53C1-48BC-81D4-15F32E4968DB}"/>
          </ac:grpSpMkLst>
        </pc:grpChg>
        <pc:grpChg chg="mod">
          <ac:chgData name="Marklin, Davina" userId="84e4f697-9584-4432-a4f1-a3676e318e0b" providerId="ADAL" clId="{2DF8FF49-25EE-4404-9B6E-E6708B09AD02}" dt="2021-09-15T18:34:43.857" v="920"/>
          <ac:grpSpMkLst>
            <pc:docMk/>
            <pc:sldMk cId="1604516426" sldId="2366"/>
            <ac:grpSpMk id="41" creationId="{BE5B2D0D-84D6-4A8B-B2A7-D38C33D2183B}"/>
          </ac:grpSpMkLst>
        </pc:grpChg>
        <pc:picChg chg="mod">
          <ac:chgData name="Marklin, Davina" userId="84e4f697-9584-4432-a4f1-a3676e318e0b" providerId="ADAL" clId="{2DF8FF49-25EE-4404-9B6E-E6708B09AD02}" dt="2021-09-15T18:34:43.857" v="920"/>
          <ac:picMkLst>
            <pc:docMk/>
            <pc:sldMk cId="1604516426" sldId="2366"/>
            <ac:picMk id="5" creationId="{0A677882-5A09-4A82-A6FF-94A44B186838}"/>
          </ac:picMkLst>
        </pc:picChg>
        <pc:picChg chg="mod">
          <ac:chgData name="Marklin, Davina" userId="84e4f697-9584-4432-a4f1-a3676e318e0b" providerId="ADAL" clId="{2DF8FF49-25EE-4404-9B6E-E6708B09AD02}" dt="2021-09-15T18:34:43.857" v="920"/>
          <ac:picMkLst>
            <pc:docMk/>
            <pc:sldMk cId="1604516426" sldId="2366"/>
            <ac:picMk id="9" creationId="{B1FD74E1-5FE5-475F-8511-11A198B83070}"/>
          </ac:picMkLst>
        </pc:picChg>
        <pc:picChg chg="mod">
          <ac:chgData name="Marklin, Davina" userId="84e4f697-9584-4432-a4f1-a3676e318e0b" providerId="ADAL" clId="{2DF8FF49-25EE-4404-9B6E-E6708B09AD02}" dt="2021-09-15T18:34:43.857" v="920"/>
          <ac:picMkLst>
            <pc:docMk/>
            <pc:sldMk cId="1604516426" sldId="2366"/>
            <ac:picMk id="10" creationId="{5FEB6A1F-B0AE-4B32-BF13-AB536FA2841D}"/>
          </ac:picMkLst>
        </pc:picChg>
        <pc:picChg chg="mod">
          <ac:chgData name="Marklin, Davina" userId="84e4f697-9584-4432-a4f1-a3676e318e0b" providerId="ADAL" clId="{2DF8FF49-25EE-4404-9B6E-E6708B09AD02}" dt="2021-09-15T18:34:43.857" v="920"/>
          <ac:picMkLst>
            <pc:docMk/>
            <pc:sldMk cId="1604516426" sldId="2366"/>
            <ac:picMk id="11" creationId="{F3DE0F23-0F9C-410A-917E-63F88C233BC0}"/>
          </ac:picMkLst>
        </pc:picChg>
        <pc:picChg chg="mod">
          <ac:chgData name="Marklin, Davina" userId="84e4f697-9584-4432-a4f1-a3676e318e0b" providerId="ADAL" clId="{2DF8FF49-25EE-4404-9B6E-E6708B09AD02}" dt="2021-09-15T18:34:43.857" v="920"/>
          <ac:picMkLst>
            <pc:docMk/>
            <pc:sldMk cId="1604516426" sldId="2366"/>
            <ac:picMk id="13" creationId="{59E2C09D-876C-4FFA-A1B9-73D7F80DE560}"/>
          </ac:picMkLst>
        </pc:picChg>
        <pc:picChg chg="mod">
          <ac:chgData name="Marklin, Davina" userId="84e4f697-9584-4432-a4f1-a3676e318e0b" providerId="ADAL" clId="{2DF8FF49-25EE-4404-9B6E-E6708B09AD02}" dt="2021-09-15T18:34:43.857" v="920"/>
          <ac:picMkLst>
            <pc:docMk/>
            <pc:sldMk cId="1604516426" sldId="2366"/>
            <ac:picMk id="15" creationId="{087F4C1A-8C03-4FB8-BBAE-864C80D8ABE4}"/>
          </ac:picMkLst>
        </pc:picChg>
        <pc:picChg chg="mod">
          <ac:chgData name="Marklin, Davina" userId="84e4f697-9584-4432-a4f1-a3676e318e0b" providerId="ADAL" clId="{2DF8FF49-25EE-4404-9B6E-E6708B09AD02}" dt="2021-09-15T18:34:43.857" v="920"/>
          <ac:picMkLst>
            <pc:docMk/>
            <pc:sldMk cId="1604516426" sldId="2366"/>
            <ac:picMk id="16" creationId="{A54CA518-71FC-4FBE-BE64-C2B0712E2A4C}"/>
          </ac:picMkLst>
        </pc:picChg>
        <pc:picChg chg="mod">
          <ac:chgData name="Marklin, Davina" userId="84e4f697-9584-4432-a4f1-a3676e318e0b" providerId="ADAL" clId="{2DF8FF49-25EE-4404-9B6E-E6708B09AD02}" dt="2021-09-15T18:34:43.857" v="920"/>
          <ac:picMkLst>
            <pc:docMk/>
            <pc:sldMk cId="1604516426" sldId="2366"/>
            <ac:picMk id="17" creationId="{D6899BC2-6738-4AB1-8FCC-398DE7D4D551}"/>
          </ac:picMkLst>
        </pc:picChg>
        <pc:picChg chg="mod">
          <ac:chgData name="Marklin, Davina" userId="84e4f697-9584-4432-a4f1-a3676e318e0b" providerId="ADAL" clId="{2DF8FF49-25EE-4404-9B6E-E6708B09AD02}" dt="2021-09-15T18:34:43.857" v="920"/>
          <ac:picMkLst>
            <pc:docMk/>
            <pc:sldMk cId="1604516426" sldId="2366"/>
            <ac:picMk id="18" creationId="{563E0863-BF9A-42EA-95A3-3E087EA55E6D}"/>
          </ac:picMkLst>
        </pc:picChg>
        <pc:picChg chg="mod">
          <ac:chgData name="Marklin, Davina" userId="84e4f697-9584-4432-a4f1-a3676e318e0b" providerId="ADAL" clId="{2DF8FF49-25EE-4404-9B6E-E6708B09AD02}" dt="2021-09-15T18:34:43.857" v="920"/>
          <ac:picMkLst>
            <pc:docMk/>
            <pc:sldMk cId="1604516426" sldId="2366"/>
            <ac:picMk id="23" creationId="{1220023A-EE52-411B-8CF4-EAB583FBD9B4}"/>
          </ac:picMkLst>
        </pc:picChg>
        <pc:picChg chg="mod">
          <ac:chgData name="Marklin, Davina" userId="84e4f697-9584-4432-a4f1-a3676e318e0b" providerId="ADAL" clId="{2DF8FF49-25EE-4404-9B6E-E6708B09AD02}" dt="2021-09-15T18:34:43.857" v="920"/>
          <ac:picMkLst>
            <pc:docMk/>
            <pc:sldMk cId="1604516426" sldId="2366"/>
            <ac:picMk id="28" creationId="{E0F28462-68AB-434D-97C8-0CA6E2BE8F30}"/>
          </ac:picMkLst>
        </pc:picChg>
        <pc:picChg chg="mod">
          <ac:chgData name="Marklin, Davina" userId="84e4f697-9584-4432-a4f1-a3676e318e0b" providerId="ADAL" clId="{2DF8FF49-25EE-4404-9B6E-E6708B09AD02}" dt="2021-09-15T18:34:43.857" v="920"/>
          <ac:picMkLst>
            <pc:docMk/>
            <pc:sldMk cId="1604516426" sldId="2366"/>
            <ac:picMk id="29" creationId="{6FDC3352-CB11-478E-965B-7BD55C6BEAF2}"/>
          </ac:picMkLst>
        </pc:picChg>
        <pc:picChg chg="mod">
          <ac:chgData name="Marklin, Davina" userId="84e4f697-9584-4432-a4f1-a3676e318e0b" providerId="ADAL" clId="{2DF8FF49-25EE-4404-9B6E-E6708B09AD02}" dt="2021-09-15T18:34:43.857" v="920"/>
          <ac:picMkLst>
            <pc:docMk/>
            <pc:sldMk cId="1604516426" sldId="2366"/>
            <ac:picMk id="30" creationId="{A81DA749-880C-4545-A7B4-665ED6A2D2B1}"/>
          </ac:picMkLst>
        </pc:picChg>
        <pc:picChg chg="mod">
          <ac:chgData name="Marklin, Davina" userId="84e4f697-9584-4432-a4f1-a3676e318e0b" providerId="ADAL" clId="{2DF8FF49-25EE-4404-9B6E-E6708B09AD02}" dt="2021-09-15T18:34:43.857" v="920"/>
          <ac:picMkLst>
            <pc:docMk/>
            <pc:sldMk cId="1604516426" sldId="2366"/>
            <ac:picMk id="31" creationId="{FAC6BD69-E8A1-44DC-A6FD-EEB00C9D68C4}"/>
          </ac:picMkLst>
        </pc:picChg>
        <pc:picChg chg="mod">
          <ac:chgData name="Marklin, Davina" userId="84e4f697-9584-4432-a4f1-a3676e318e0b" providerId="ADAL" clId="{2DF8FF49-25EE-4404-9B6E-E6708B09AD02}" dt="2021-09-15T18:34:43.857" v="920"/>
          <ac:picMkLst>
            <pc:docMk/>
            <pc:sldMk cId="1604516426" sldId="2366"/>
            <ac:picMk id="40" creationId="{D04177AD-021F-4AD1-BED1-69D0BC42688D}"/>
          </ac:picMkLst>
        </pc:picChg>
        <pc:picChg chg="mod">
          <ac:chgData name="Marklin, Davina" userId="84e4f697-9584-4432-a4f1-a3676e318e0b" providerId="ADAL" clId="{2DF8FF49-25EE-4404-9B6E-E6708B09AD02}" dt="2021-09-15T18:34:43.857" v="920"/>
          <ac:picMkLst>
            <pc:docMk/>
            <pc:sldMk cId="1604516426" sldId="2366"/>
            <ac:picMk id="47" creationId="{FC005021-8B3D-44A6-82AC-F1D1B7BF2F99}"/>
          </ac:picMkLst>
        </pc:picChg>
      </pc:sldChg>
      <pc:sldChg chg="addSp delSp modSp new mod">
        <pc:chgData name="Marklin, Davina" userId="84e4f697-9584-4432-a4f1-a3676e318e0b" providerId="ADAL" clId="{2DF8FF49-25EE-4404-9B6E-E6708B09AD02}" dt="2021-09-15T18:35:23.607" v="947"/>
        <pc:sldMkLst>
          <pc:docMk/>
          <pc:sldMk cId="2679198332" sldId="2367"/>
        </pc:sldMkLst>
        <pc:spChg chg="mod">
          <ac:chgData name="Marklin, Davina" userId="84e4f697-9584-4432-a4f1-a3676e318e0b" providerId="ADAL" clId="{2DF8FF49-25EE-4404-9B6E-E6708B09AD02}" dt="2021-09-15T18:35:07.079" v="945" actId="20577"/>
          <ac:spMkLst>
            <pc:docMk/>
            <pc:sldMk cId="2679198332" sldId="2367"/>
            <ac:spMk id="2" creationId="{484B5C5C-A2A7-4B71-907D-FCFB102CA681}"/>
          </ac:spMkLst>
        </pc:spChg>
        <pc:spChg chg="del">
          <ac:chgData name="Marklin, Davina" userId="84e4f697-9584-4432-a4f1-a3676e318e0b" providerId="ADAL" clId="{2DF8FF49-25EE-4404-9B6E-E6708B09AD02}" dt="2021-09-15T18:35:10.612" v="946" actId="478"/>
          <ac:spMkLst>
            <pc:docMk/>
            <pc:sldMk cId="2679198332" sldId="2367"/>
            <ac:spMk id="3" creationId="{0D1CFEA9-6A6A-4BFC-A2BC-74774280A495}"/>
          </ac:spMkLst>
        </pc:spChg>
        <pc:spChg chg="add mod">
          <ac:chgData name="Marklin, Davina" userId="84e4f697-9584-4432-a4f1-a3676e318e0b" providerId="ADAL" clId="{2DF8FF49-25EE-4404-9B6E-E6708B09AD02}" dt="2021-09-15T18:35:23.607" v="947"/>
          <ac:spMkLst>
            <pc:docMk/>
            <pc:sldMk cId="2679198332" sldId="2367"/>
            <ac:spMk id="4" creationId="{48654284-4AA3-44BB-8ABB-91D5EC274208}"/>
          </ac:spMkLst>
        </pc:spChg>
        <pc:spChg chg="add mod">
          <ac:chgData name="Marklin, Davina" userId="84e4f697-9584-4432-a4f1-a3676e318e0b" providerId="ADAL" clId="{2DF8FF49-25EE-4404-9B6E-E6708B09AD02}" dt="2021-09-15T18:35:23.607" v="947"/>
          <ac:spMkLst>
            <pc:docMk/>
            <pc:sldMk cId="2679198332" sldId="2367"/>
            <ac:spMk id="5" creationId="{29C50376-64D4-4B5B-AFA3-690FE005C410}"/>
          </ac:spMkLst>
        </pc:spChg>
        <pc:spChg chg="add mod">
          <ac:chgData name="Marklin, Davina" userId="84e4f697-9584-4432-a4f1-a3676e318e0b" providerId="ADAL" clId="{2DF8FF49-25EE-4404-9B6E-E6708B09AD02}" dt="2021-09-15T18:35:23.607" v="947"/>
          <ac:spMkLst>
            <pc:docMk/>
            <pc:sldMk cId="2679198332" sldId="2367"/>
            <ac:spMk id="6" creationId="{FFAD5838-85FF-4B86-9338-4B349F6C89B5}"/>
          </ac:spMkLst>
        </pc:spChg>
        <pc:spChg chg="mod">
          <ac:chgData name="Marklin, Davina" userId="84e4f697-9584-4432-a4f1-a3676e318e0b" providerId="ADAL" clId="{2DF8FF49-25EE-4404-9B6E-E6708B09AD02}" dt="2021-09-15T18:35:23.607" v="947"/>
          <ac:spMkLst>
            <pc:docMk/>
            <pc:sldMk cId="2679198332" sldId="2367"/>
            <ac:spMk id="8" creationId="{604D12C8-4155-458F-BA3A-7AE11FC798D8}"/>
          </ac:spMkLst>
        </pc:spChg>
        <pc:spChg chg="mod">
          <ac:chgData name="Marklin, Davina" userId="84e4f697-9584-4432-a4f1-a3676e318e0b" providerId="ADAL" clId="{2DF8FF49-25EE-4404-9B6E-E6708B09AD02}" dt="2021-09-15T18:35:23.607" v="947"/>
          <ac:spMkLst>
            <pc:docMk/>
            <pc:sldMk cId="2679198332" sldId="2367"/>
            <ac:spMk id="9" creationId="{18BCC3F7-B9AB-4ED6-A20C-EB0F6A200C88}"/>
          </ac:spMkLst>
        </pc:spChg>
        <pc:spChg chg="add mod">
          <ac:chgData name="Marklin, Davina" userId="84e4f697-9584-4432-a4f1-a3676e318e0b" providerId="ADAL" clId="{2DF8FF49-25EE-4404-9B6E-E6708B09AD02}" dt="2021-09-15T18:35:23.607" v="947"/>
          <ac:spMkLst>
            <pc:docMk/>
            <pc:sldMk cId="2679198332" sldId="2367"/>
            <ac:spMk id="11" creationId="{16B0E26F-010A-4B49-A3B9-74A665F6C997}"/>
          </ac:spMkLst>
        </pc:spChg>
        <pc:spChg chg="add mod">
          <ac:chgData name="Marklin, Davina" userId="84e4f697-9584-4432-a4f1-a3676e318e0b" providerId="ADAL" clId="{2DF8FF49-25EE-4404-9B6E-E6708B09AD02}" dt="2021-09-15T18:35:23.607" v="947"/>
          <ac:spMkLst>
            <pc:docMk/>
            <pc:sldMk cId="2679198332" sldId="2367"/>
            <ac:spMk id="12" creationId="{F2C41E1F-E431-40DD-823D-10B5A1982A23}"/>
          </ac:spMkLst>
        </pc:spChg>
        <pc:spChg chg="add mod">
          <ac:chgData name="Marklin, Davina" userId="84e4f697-9584-4432-a4f1-a3676e318e0b" providerId="ADAL" clId="{2DF8FF49-25EE-4404-9B6E-E6708B09AD02}" dt="2021-09-15T18:35:23.607" v="947"/>
          <ac:spMkLst>
            <pc:docMk/>
            <pc:sldMk cId="2679198332" sldId="2367"/>
            <ac:spMk id="14" creationId="{A095C2EC-D115-43A9-898C-88B9A156A075}"/>
          </ac:spMkLst>
        </pc:spChg>
        <pc:spChg chg="add mod">
          <ac:chgData name="Marklin, Davina" userId="84e4f697-9584-4432-a4f1-a3676e318e0b" providerId="ADAL" clId="{2DF8FF49-25EE-4404-9B6E-E6708B09AD02}" dt="2021-09-15T18:35:23.607" v="947"/>
          <ac:spMkLst>
            <pc:docMk/>
            <pc:sldMk cId="2679198332" sldId="2367"/>
            <ac:spMk id="16" creationId="{333E2B66-1C04-4629-BA45-5A05B55EA688}"/>
          </ac:spMkLst>
        </pc:spChg>
        <pc:spChg chg="add mod">
          <ac:chgData name="Marklin, Davina" userId="84e4f697-9584-4432-a4f1-a3676e318e0b" providerId="ADAL" clId="{2DF8FF49-25EE-4404-9B6E-E6708B09AD02}" dt="2021-09-15T18:35:23.607" v="947"/>
          <ac:spMkLst>
            <pc:docMk/>
            <pc:sldMk cId="2679198332" sldId="2367"/>
            <ac:spMk id="17" creationId="{6CB6B80D-16BC-4787-A6F6-1B6E4F7623D1}"/>
          </ac:spMkLst>
        </pc:spChg>
        <pc:spChg chg="add mod">
          <ac:chgData name="Marklin, Davina" userId="84e4f697-9584-4432-a4f1-a3676e318e0b" providerId="ADAL" clId="{2DF8FF49-25EE-4404-9B6E-E6708B09AD02}" dt="2021-09-15T18:35:23.607" v="947"/>
          <ac:spMkLst>
            <pc:docMk/>
            <pc:sldMk cId="2679198332" sldId="2367"/>
            <ac:spMk id="19" creationId="{87A3E52C-4FF5-4B63-AA1A-BB6AFED2821D}"/>
          </ac:spMkLst>
        </pc:spChg>
        <pc:spChg chg="add mod">
          <ac:chgData name="Marklin, Davina" userId="84e4f697-9584-4432-a4f1-a3676e318e0b" providerId="ADAL" clId="{2DF8FF49-25EE-4404-9B6E-E6708B09AD02}" dt="2021-09-15T18:35:23.607" v="947"/>
          <ac:spMkLst>
            <pc:docMk/>
            <pc:sldMk cId="2679198332" sldId="2367"/>
            <ac:spMk id="20" creationId="{99D68CD7-4163-4AA2-B474-A897FE943B7F}"/>
          </ac:spMkLst>
        </pc:spChg>
        <pc:spChg chg="add mod">
          <ac:chgData name="Marklin, Davina" userId="84e4f697-9584-4432-a4f1-a3676e318e0b" providerId="ADAL" clId="{2DF8FF49-25EE-4404-9B6E-E6708B09AD02}" dt="2021-09-15T18:35:23.607" v="947"/>
          <ac:spMkLst>
            <pc:docMk/>
            <pc:sldMk cId="2679198332" sldId="2367"/>
            <ac:spMk id="22" creationId="{D0A9435A-3628-49E7-8237-2205E7E440CE}"/>
          </ac:spMkLst>
        </pc:spChg>
        <pc:spChg chg="add mod">
          <ac:chgData name="Marklin, Davina" userId="84e4f697-9584-4432-a4f1-a3676e318e0b" providerId="ADAL" clId="{2DF8FF49-25EE-4404-9B6E-E6708B09AD02}" dt="2021-09-15T18:35:23.607" v="947"/>
          <ac:spMkLst>
            <pc:docMk/>
            <pc:sldMk cId="2679198332" sldId="2367"/>
            <ac:spMk id="23" creationId="{20398971-D31D-4EF4-8FB8-B2BE8916F0EC}"/>
          </ac:spMkLst>
        </pc:spChg>
        <pc:spChg chg="add mod">
          <ac:chgData name="Marklin, Davina" userId="84e4f697-9584-4432-a4f1-a3676e318e0b" providerId="ADAL" clId="{2DF8FF49-25EE-4404-9B6E-E6708B09AD02}" dt="2021-09-15T18:35:23.607" v="947"/>
          <ac:spMkLst>
            <pc:docMk/>
            <pc:sldMk cId="2679198332" sldId="2367"/>
            <ac:spMk id="24" creationId="{2D49BAFF-1698-4BC6-B730-D05447F0E503}"/>
          </ac:spMkLst>
        </pc:spChg>
        <pc:spChg chg="add mod">
          <ac:chgData name="Marklin, Davina" userId="84e4f697-9584-4432-a4f1-a3676e318e0b" providerId="ADAL" clId="{2DF8FF49-25EE-4404-9B6E-E6708B09AD02}" dt="2021-09-15T18:35:23.607" v="947"/>
          <ac:spMkLst>
            <pc:docMk/>
            <pc:sldMk cId="2679198332" sldId="2367"/>
            <ac:spMk id="25" creationId="{DA05554D-2389-4C81-A834-BA8B84F19F7D}"/>
          </ac:spMkLst>
        </pc:spChg>
        <pc:spChg chg="add mod">
          <ac:chgData name="Marklin, Davina" userId="84e4f697-9584-4432-a4f1-a3676e318e0b" providerId="ADAL" clId="{2DF8FF49-25EE-4404-9B6E-E6708B09AD02}" dt="2021-09-15T18:35:23.607" v="947"/>
          <ac:spMkLst>
            <pc:docMk/>
            <pc:sldMk cId="2679198332" sldId="2367"/>
            <ac:spMk id="26" creationId="{785384C9-FCA2-475D-ACB9-FC6816A10AF4}"/>
          </ac:spMkLst>
        </pc:spChg>
        <pc:spChg chg="add mod">
          <ac:chgData name="Marklin, Davina" userId="84e4f697-9584-4432-a4f1-a3676e318e0b" providerId="ADAL" clId="{2DF8FF49-25EE-4404-9B6E-E6708B09AD02}" dt="2021-09-15T18:35:23.607" v="947"/>
          <ac:spMkLst>
            <pc:docMk/>
            <pc:sldMk cId="2679198332" sldId="2367"/>
            <ac:spMk id="33" creationId="{6546FF38-EE63-4141-8C5D-FDA8D3AEFB1E}"/>
          </ac:spMkLst>
        </pc:spChg>
        <pc:spChg chg="add mod">
          <ac:chgData name="Marklin, Davina" userId="84e4f697-9584-4432-a4f1-a3676e318e0b" providerId="ADAL" clId="{2DF8FF49-25EE-4404-9B6E-E6708B09AD02}" dt="2021-09-15T18:35:23.607" v="947"/>
          <ac:spMkLst>
            <pc:docMk/>
            <pc:sldMk cId="2679198332" sldId="2367"/>
            <ac:spMk id="34" creationId="{32225D55-F74D-42F8-BEC6-85C237641EA5}"/>
          </ac:spMkLst>
        </pc:spChg>
        <pc:spChg chg="add mod">
          <ac:chgData name="Marklin, Davina" userId="84e4f697-9584-4432-a4f1-a3676e318e0b" providerId="ADAL" clId="{2DF8FF49-25EE-4404-9B6E-E6708B09AD02}" dt="2021-09-15T18:35:23.607" v="947"/>
          <ac:spMkLst>
            <pc:docMk/>
            <pc:sldMk cId="2679198332" sldId="2367"/>
            <ac:spMk id="38" creationId="{9388FFA1-9B05-4A45-B8AE-3A4895EFD87B}"/>
          </ac:spMkLst>
        </pc:spChg>
        <pc:spChg chg="add mod">
          <ac:chgData name="Marklin, Davina" userId="84e4f697-9584-4432-a4f1-a3676e318e0b" providerId="ADAL" clId="{2DF8FF49-25EE-4404-9B6E-E6708B09AD02}" dt="2021-09-15T18:35:23.607" v="947"/>
          <ac:spMkLst>
            <pc:docMk/>
            <pc:sldMk cId="2679198332" sldId="2367"/>
            <ac:spMk id="42" creationId="{9828C4D6-AF4A-4FEF-A58A-857629DE94A9}"/>
          </ac:spMkLst>
        </pc:spChg>
        <pc:spChg chg="add mod">
          <ac:chgData name="Marklin, Davina" userId="84e4f697-9584-4432-a4f1-a3676e318e0b" providerId="ADAL" clId="{2DF8FF49-25EE-4404-9B6E-E6708B09AD02}" dt="2021-09-15T18:35:23.607" v="947"/>
          <ac:spMkLst>
            <pc:docMk/>
            <pc:sldMk cId="2679198332" sldId="2367"/>
            <ac:spMk id="43" creationId="{20CEFC1C-EF2B-45F0-9469-F804264FBCA9}"/>
          </ac:spMkLst>
        </pc:spChg>
        <pc:spChg chg="add mod">
          <ac:chgData name="Marklin, Davina" userId="84e4f697-9584-4432-a4f1-a3676e318e0b" providerId="ADAL" clId="{2DF8FF49-25EE-4404-9B6E-E6708B09AD02}" dt="2021-09-15T18:35:23.607" v="947"/>
          <ac:spMkLst>
            <pc:docMk/>
            <pc:sldMk cId="2679198332" sldId="2367"/>
            <ac:spMk id="44" creationId="{A3BA71FC-D0E6-4D7F-BC1B-8329BB953CE9}"/>
          </ac:spMkLst>
        </pc:spChg>
        <pc:spChg chg="add mod">
          <ac:chgData name="Marklin, Davina" userId="84e4f697-9584-4432-a4f1-a3676e318e0b" providerId="ADAL" clId="{2DF8FF49-25EE-4404-9B6E-E6708B09AD02}" dt="2021-09-15T18:35:23.607" v="947"/>
          <ac:spMkLst>
            <pc:docMk/>
            <pc:sldMk cId="2679198332" sldId="2367"/>
            <ac:spMk id="45" creationId="{51B8FC2B-049E-496A-8C4A-227F243ABD7C}"/>
          </ac:spMkLst>
        </pc:spChg>
        <pc:grpChg chg="add mod">
          <ac:chgData name="Marklin, Davina" userId="84e4f697-9584-4432-a4f1-a3676e318e0b" providerId="ADAL" clId="{2DF8FF49-25EE-4404-9B6E-E6708B09AD02}" dt="2021-09-15T18:35:23.607" v="947"/>
          <ac:grpSpMkLst>
            <pc:docMk/>
            <pc:sldMk cId="2679198332" sldId="2367"/>
            <ac:grpSpMk id="7" creationId="{1DC9241C-2F39-4375-B2AE-3EDEE9C78C9E}"/>
          </ac:grpSpMkLst>
        </pc:grpChg>
        <pc:grpChg chg="add mod">
          <ac:chgData name="Marklin, Davina" userId="84e4f697-9584-4432-a4f1-a3676e318e0b" providerId="ADAL" clId="{2DF8FF49-25EE-4404-9B6E-E6708B09AD02}" dt="2021-09-15T18:35:23.607" v="947"/>
          <ac:grpSpMkLst>
            <pc:docMk/>
            <pc:sldMk cId="2679198332" sldId="2367"/>
            <ac:grpSpMk id="29" creationId="{5CE3C90B-DB15-42CA-B391-C729B6F8D417}"/>
          </ac:grpSpMkLst>
        </pc:grpChg>
        <pc:grpChg chg="add mod">
          <ac:chgData name="Marklin, Davina" userId="84e4f697-9584-4432-a4f1-a3676e318e0b" providerId="ADAL" clId="{2DF8FF49-25EE-4404-9B6E-E6708B09AD02}" dt="2021-09-15T18:35:23.607" v="947"/>
          <ac:grpSpMkLst>
            <pc:docMk/>
            <pc:sldMk cId="2679198332" sldId="2367"/>
            <ac:grpSpMk id="35" creationId="{C91B03E0-6EEB-499B-B50D-9C98E9376DA8}"/>
          </ac:grpSpMkLst>
        </pc:grpChg>
        <pc:grpChg chg="add mod">
          <ac:chgData name="Marklin, Davina" userId="84e4f697-9584-4432-a4f1-a3676e318e0b" providerId="ADAL" clId="{2DF8FF49-25EE-4404-9B6E-E6708B09AD02}" dt="2021-09-15T18:35:23.607" v="947"/>
          <ac:grpSpMkLst>
            <pc:docMk/>
            <pc:sldMk cId="2679198332" sldId="2367"/>
            <ac:grpSpMk id="39" creationId="{36B5B61D-1154-47CF-8B5C-C25E54AB6B2F}"/>
          </ac:grpSpMkLst>
        </pc:grpChg>
        <pc:picChg chg="add mod">
          <ac:chgData name="Marklin, Davina" userId="84e4f697-9584-4432-a4f1-a3676e318e0b" providerId="ADAL" clId="{2DF8FF49-25EE-4404-9B6E-E6708B09AD02}" dt="2021-09-15T18:35:23.607" v="947"/>
          <ac:picMkLst>
            <pc:docMk/>
            <pc:sldMk cId="2679198332" sldId="2367"/>
            <ac:picMk id="10" creationId="{8B0E9708-1205-47FC-AF7E-E0F712FDA446}"/>
          </ac:picMkLst>
        </pc:picChg>
        <pc:picChg chg="add mod">
          <ac:chgData name="Marklin, Davina" userId="84e4f697-9584-4432-a4f1-a3676e318e0b" providerId="ADAL" clId="{2DF8FF49-25EE-4404-9B6E-E6708B09AD02}" dt="2021-09-15T18:35:23.607" v="947"/>
          <ac:picMkLst>
            <pc:docMk/>
            <pc:sldMk cId="2679198332" sldId="2367"/>
            <ac:picMk id="13" creationId="{C720556E-CD27-4C9E-AFED-81DF468AD10E}"/>
          </ac:picMkLst>
        </pc:picChg>
        <pc:picChg chg="add mod">
          <ac:chgData name="Marklin, Davina" userId="84e4f697-9584-4432-a4f1-a3676e318e0b" providerId="ADAL" clId="{2DF8FF49-25EE-4404-9B6E-E6708B09AD02}" dt="2021-09-15T18:35:23.607" v="947"/>
          <ac:picMkLst>
            <pc:docMk/>
            <pc:sldMk cId="2679198332" sldId="2367"/>
            <ac:picMk id="15" creationId="{C29C335E-8794-4E36-A3B8-3F9788C6710A}"/>
          </ac:picMkLst>
        </pc:picChg>
        <pc:picChg chg="add mod">
          <ac:chgData name="Marklin, Davina" userId="84e4f697-9584-4432-a4f1-a3676e318e0b" providerId="ADAL" clId="{2DF8FF49-25EE-4404-9B6E-E6708B09AD02}" dt="2021-09-15T18:35:23.607" v="947"/>
          <ac:picMkLst>
            <pc:docMk/>
            <pc:sldMk cId="2679198332" sldId="2367"/>
            <ac:picMk id="18" creationId="{7FE83D59-A5F2-4719-BB76-47E8CB3C5664}"/>
          </ac:picMkLst>
        </pc:picChg>
        <pc:picChg chg="add mod">
          <ac:chgData name="Marklin, Davina" userId="84e4f697-9584-4432-a4f1-a3676e318e0b" providerId="ADAL" clId="{2DF8FF49-25EE-4404-9B6E-E6708B09AD02}" dt="2021-09-15T18:35:23.607" v="947"/>
          <ac:picMkLst>
            <pc:docMk/>
            <pc:sldMk cId="2679198332" sldId="2367"/>
            <ac:picMk id="21" creationId="{246297EF-14D1-4578-930A-579CFF565C1A}"/>
          </ac:picMkLst>
        </pc:picChg>
        <pc:picChg chg="add mod">
          <ac:chgData name="Marklin, Davina" userId="84e4f697-9584-4432-a4f1-a3676e318e0b" providerId="ADAL" clId="{2DF8FF49-25EE-4404-9B6E-E6708B09AD02}" dt="2021-09-15T18:35:23.607" v="947"/>
          <ac:picMkLst>
            <pc:docMk/>
            <pc:sldMk cId="2679198332" sldId="2367"/>
            <ac:picMk id="27" creationId="{35B23B25-B6E1-4AD2-8BB0-2C7E1F29B387}"/>
          </ac:picMkLst>
        </pc:picChg>
        <pc:picChg chg="add mod">
          <ac:chgData name="Marklin, Davina" userId="84e4f697-9584-4432-a4f1-a3676e318e0b" providerId="ADAL" clId="{2DF8FF49-25EE-4404-9B6E-E6708B09AD02}" dt="2021-09-15T18:35:23.607" v="947"/>
          <ac:picMkLst>
            <pc:docMk/>
            <pc:sldMk cId="2679198332" sldId="2367"/>
            <ac:picMk id="28" creationId="{6D2CF289-F2B7-4951-80BC-E4C28C138F50}"/>
          </ac:picMkLst>
        </pc:picChg>
        <pc:picChg chg="mod">
          <ac:chgData name="Marklin, Davina" userId="84e4f697-9584-4432-a4f1-a3676e318e0b" providerId="ADAL" clId="{2DF8FF49-25EE-4404-9B6E-E6708B09AD02}" dt="2021-09-15T18:35:23.607" v="947"/>
          <ac:picMkLst>
            <pc:docMk/>
            <pc:sldMk cId="2679198332" sldId="2367"/>
            <ac:picMk id="30" creationId="{7ED9001F-D69B-4CD6-8049-50F597712B3B}"/>
          </ac:picMkLst>
        </pc:picChg>
        <pc:picChg chg="mod">
          <ac:chgData name="Marklin, Davina" userId="84e4f697-9584-4432-a4f1-a3676e318e0b" providerId="ADAL" clId="{2DF8FF49-25EE-4404-9B6E-E6708B09AD02}" dt="2021-09-15T18:35:23.607" v="947"/>
          <ac:picMkLst>
            <pc:docMk/>
            <pc:sldMk cId="2679198332" sldId="2367"/>
            <ac:picMk id="31" creationId="{6261327B-E0DE-4CF2-9DE7-C25AA161CA42}"/>
          </ac:picMkLst>
        </pc:picChg>
        <pc:picChg chg="mod">
          <ac:chgData name="Marklin, Davina" userId="84e4f697-9584-4432-a4f1-a3676e318e0b" providerId="ADAL" clId="{2DF8FF49-25EE-4404-9B6E-E6708B09AD02}" dt="2021-09-15T18:35:23.607" v="947"/>
          <ac:picMkLst>
            <pc:docMk/>
            <pc:sldMk cId="2679198332" sldId="2367"/>
            <ac:picMk id="32" creationId="{A17D96ED-5955-4E3E-9070-94B58BE5CF1D}"/>
          </ac:picMkLst>
        </pc:picChg>
        <pc:picChg chg="mod">
          <ac:chgData name="Marklin, Davina" userId="84e4f697-9584-4432-a4f1-a3676e318e0b" providerId="ADAL" clId="{2DF8FF49-25EE-4404-9B6E-E6708B09AD02}" dt="2021-09-15T18:35:23.607" v="947"/>
          <ac:picMkLst>
            <pc:docMk/>
            <pc:sldMk cId="2679198332" sldId="2367"/>
            <ac:picMk id="36" creationId="{5BFD7C4D-F0CB-47FB-B12B-CC65C6FC8028}"/>
          </ac:picMkLst>
        </pc:picChg>
        <pc:picChg chg="mod">
          <ac:chgData name="Marklin, Davina" userId="84e4f697-9584-4432-a4f1-a3676e318e0b" providerId="ADAL" clId="{2DF8FF49-25EE-4404-9B6E-E6708B09AD02}" dt="2021-09-15T18:35:23.607" v="947"/>
          <ac:picMkLst>
            <pc:docMk/>
            <pc:sldMk cId="2679198332" sldId="2367"/>
            <ac:picMk id="37" creationId="{724A36DC-A10C-4AB2-B95F-EFB0C2492158}"/>
          </ac:picMkLst>
        </pc:picChg>
        <pc:picChg chg="mod">
          <ac:chgData name="Marklin, Davina" userId="84e4f697-9584-4432-a4f1-a3676e318e0b" providerId="ADAL" clId="{2DF8FF49-25EE-4404-9B6E-E6708B09AD02}" dt="2021-09-15T18:35:23.607" v="947"/>
          <ac:picMkLst>
            <pc:docMk/>
            <pc:sldMk cId="2679198332" sldId="2367"/>
            <ac:picMk id="40" creationId="{10FB4271-28B9-4A95-A4B5-B2CB4CF33F93}"/>
          </ac:picMkLst>
        </pc:picChg>
        <pc:picChg chg="mod">
          <ac:chgData name="Marklin, Davina" userId="84e4f697-9584-4432-a4f1-a3676e318e0b" providerId="ADAL" clId="{2DF8FF49-25EE-4404-9B6E-E6708B09AD02}" dt="2021-09-15T18:35:23.607" v="947"/>
          <ac:picMkLst>
            <pc:docMk/>
            <pc:sldMk cId="2679198332" sldId="2367"/>
            <ac:picMk id="41" creationId="{D32B3701-F4AC-4A23-A6E1-8C8DB7D5E2C1}"/>
          </ac:picMkLst>
        </pc:picChg>
      </pc:sldChg>
      <pc:sldChg chg="del">
        <pc:chgData name="Marklin, Davina" userId="84e4f697-9584-4432-a4f1-a3676e318e0b" providerId="ADAL" clId="{2DF8FF49-25EE-4404-9B6E-E6708B09AD02}" dt="2021-09-15T15:17:13.490" v="219" actId="47"/>
        <pc:sldMkLst>
          <pc:docMk/>
          <pc:sldMk cId="3872226134" sldId="2367"/>
        </pc:sldMkLst>
      </pc:sldChg>
      <pc:sldChg chg="del">
        <pc:chgData name="Marklin, Davina" userId="84e4f697-9584-4432-a4f1-a3676e318e0b" providerId="ADAL" clId="{2DF8FF49-25EE-4404-9B6E-E6708B09AD02}" dt="2021-09-15T15:17:13.490" v="219" actId="47"/>
        <pc:sldMkLst>
          <pc:docMk/>
          <pc:sldMk cId="2278198332" sldId="2368"/>
        </pc:sldMkLst>
      </pc:sldChg>
      <pc:sldChg chg="addSp delSp modSp new mod">
        <pc:chgData name="Marklin, Davina" userId="84e4f697-9584-4432-a4f1-a3676e318e0b" providerId="ADAL" clId="{2DF8FF49-25EE-4404-9B6E-E6708B09AD02}" dt="2021-09-15T18:36:24.080" v="981"/>
        <pc:sldMkLst>
          <pc:docMk/>
          <pc:sldMk cId="2280948788" sldId="2368"/>
        </pc:sldMkLst>
        <pc:spChg chg="mod">
          <ac:chgData name="Marklin, Davina" userId="84e4f697-9584-4432-a4f1-a3676e318e0b" providerId="ADAL" clId="{2DF8FF49-25EE-4404-9B6E-E6708B09AD02}" dt="2021-09-15T18:36:10.594" v="980" actId="20577"/>
          <ac:spMkLst>
            <pc:docMk/>
            <pc:sldMk cId="2280948788" sldId="2368"/>
            <ac:spMk id="2" creationId="{FFC2E260-6A6E-44E1-9A97-A990C7B40825}"/>
          </ac:spMkLst>
        </pc:spChg>
        <pc:spChg chg="del">
          <ac:chgData name="Marklin, Davina" userId="84e4f697-9584-4432-a4f1-a3676e318e0b" providerId="ADAL" clId="{2DF8FF49-25EE-4404-9B6E-E6708B09AD02}" dt="2021-09-15T18:35:53.082" v="949" actId="478"/>
          <ac:spMkLst>
            <pc:docMk/>
            <pc:sldMk cId="2280948788" sldId="2368"/>
            <ac:spMk id="3" creationId="{91D12AFD-6A5D-40E3-A356-C81AF82A54CB}"/>
          </ac:spMkLst>
        </pc:spChg>
        <pc:picChg chg="add mod">
          <ac:chgData name="Marklin, Davina" userId="84e4f697-9584-4432-a4f1-a3676e318e0b" providerId="ADAL" clId="{2DF8FF49-25EE-4404-9B6E-E6708B09AD02}" dt="2021-09-15T18:36:24.080" v="981"/>
          <ac:picMkLst>
            <pc:docMk/>
            <pc:sldMk cId="2280948788" sldId="2368"/>
            <ac:picMk id="4" creationId="{30FFAEC1-67D2-49FA-8D9F-CB6BB82D047A}"/>
          </ac:picMkLst>
        </pc:picChg>
      </pc:sldChg>
      <pc:sldChg chg="del">
        <pc:chgData name="Marklin, Davina" userId="84e4f697-9584-4432-a4f1-a3676e318e0b" providerId="ADAL" clId="{2DF8FF49-25EE-4404-9B6E-E6708B09AD02}" dt="2021-09-15T15:17:13.490" v="219" actId="47"/>
        <pc:sldMkLst>
          <pc:docMk/>
          <pc:sldMk cId="1121747035" sldId="2369"/>
        </pc:sldMkLst>
      </pc:sldChg>
      <pc:sldChg chg="addSp delSp modSp new mod">
        <pc:chgData name="Marklin, Davina" userId="84e4f697-9584-4432-a4f1-a3676e318e0b" providerId="ADAL" clId="{2DF8FF49-25EE-4404-9B6E-E6708B09AD02}" dt="2021-09-15T18:37:26.520" v="1017" actId="1036"/>
        <pc:sldMkLst>
          <pc:docMk/>
          <pc:sldMk cId="1693099165" sldId="2369"/>
        </pc:sldMkLst>
        <pc:spChg chg="mod">
          <ac:chgData name="Marklin, Davina" userId="84e4f697-9584-4432-a4f1-a3676e318e0b" providerId="ADAL" clId="{2DF8FF49-25EE-4404-9B6E-E6708B09AD02}" dt="2021-09-15T18:37:10.222" v="1012" actId="20577"/>
          <ac:spMkLst>
            <pc:docMk/>
            <pc:sldMk cId="1693099165" sldId="2369"/>
            <ac:spMk id="2" creationId="{50D5BBA5-A946-473F-8CA3-C70C9CC02F2B}"/>
          </ac:spMkLst>
        </pc:spChg>
        <pc:spChg chg="del">
          <ac:chgData name="Marklin, Davina" userId="84e4f697-9584-4432-a4f1-a3676e318e0b" providerId="ADAL" clId="{2DF8FF49-25EE-4404-9B6E-E6708B09AD02}" dt="2021-09-15T18:37:13.187" v="1013" actId="478"/>
          <ac:spMkLst>
            <pc:docMk/>
            <pc:sldMk cId="1693099165" sldId="2369"/>
            <ac:spMk id="3" creationId="{D14ED7B8-59F2-4DAF-BB8F-2ECACEAD7F28}"/>
          </ac:spMkLst>
        </pc:spChg>
        <pc:picChg chg="add mod">
          <ac:chgData name="Marklin, Davina" userId="84e4f697-9584-4432-a4f1-a3676e318e0b" providerId="ADAL" clId="{2DF8FF49-25EE-4404-9B6E-E6708B09AD02}" dt="2021-09-15T18:37:26.520" v="1017" actId="1036"/>
          <ac:picMkLst>
            <pc:docMk/>
            <pc:sldMk cId="1693099165" sldId="2369"/>
            <ac:picMk id="4" creationId="{9D29D83D-44AC-4D4F-9654-673207B5E5E8}"/>
          </ac:picMkLst>
        </pc:picChg>
      </pc:sldChg>
      <pc:sldChg chg="addSp delSp modSp new mod">
        <pc:chgData name="Marklin, Davina" userId="84e4f697-9584-4432-a4f1-a3676e318e0b" providerId="ADAL" clId="{2DF8FF49-25EE-4404-9B6E-E6708B09AD02}" dt="2021-09-15T18:38:05.143" v="1021"/>
        <pc:sldMkLst>
          <pc:docMk/>
          <pc:sldMk cId="214364372" sldId="2370"/>
        </pc:sldMkLst>
        <pc:spChg chg="mod">
          <ac:chgData name="Marklin, Davina" userId="84e4f697-9584-4432-a4f1-a3676e318e0b" providerId="ADAL" clId="{2DF8FF49-25EE-4404-9B6E-E6708B09AD02}" dt="2021-09-15T18:37:48.122" v="1019"/>
          <ac:spMkLst>
            <pc:docMk/>
            <pc:sldMk cId="214364372" sldId="2370"/>
            <ac:spMk id="2" creationId="{BE09F2A5-98CB-4C9F-A52D-D894884C5BCD}"/>
          </ac:spMkLst>
        </pc:spChg>
        <pc:spChg chg="del">
          <ac:chgData name="Marklin, Davina" userId="84e4f697-9584-4432-a4f1-a3676e318e0b" providerId="ADAL" clId="{2DF8FF49-25EE-4404-9B6E-E6708B09AD02}" dt="2021-09-15T18:37:52.520" v="1020" actId="478"/>
          <ac:spMkLst>
            <pc:docMk/>
            <pc:sldMk cId="214364372" sldId="2370"/>
            <ac:spMk id="3" creationId="{494DE593-6543-48EA-B4BF-B99B93103FCD}"/>
          </ac:spMkLst>
        </pc:spChg>
        <pc:spChg chg="add mod">
          <ac:chgData name="Marklin, Davina" userId="84e4f697-9584-4432-a4f1-a3676e318e0b" providerId="ADAL" clId="{2DF8FF49-25EE-4404-9B6E-E6708B09AD02}" dt="2021-09-15T18:38:05.143" v="1021"/>
          <ac:spMkLst>
            <pc:docMk/>
            <pc:sldMk cId="214364372" sldId="2370"/>
            <ac:spMk id="4" creationId="{32179B0C-9219-4E24-B616-04B35D51D978}"/>
          </ac:spMkLst>
        </pc:spChg>
        <pc:spChg chg="add mod">
          <ac:chgData name="Marklin, Davina" userId="84e4f697-9584-4432-a4f1-a3676e318e0b" providerId="ADAL" clId="{2DF8FF49-25EE-4404-9B6E-E6708B09AD02}" dt="2021-09-15T18:38:05.143" v="1021"/>
          <ac:spMkLst>
            <pc:docMk/>
            <pc:sldMk cId="214364372" sldId="2370"/>
            <ac:spMk id="5" creationId="{F103ACE4-45BB-4068-ADD7-B34260E51CA8}"/>
          </ac:spMkLst>
        </pc:spChg>
        <pc:spChg chg="add mod">
          <ac:chgData name="Marklin, Davina" userId="84e4f697-9584-4432-a4f1-a3676e318e0b" providerId="ADAL" clId="{2DF8FF49-25EE-4404-9B6E-E6708B09AD02}" dt="2021-09-15T18:38:05.143" v="1021"/>
          <ac:spMkLst>
            <pc:docMk/>
            <pc:sldMk cId="214364372" sldId="2370"/>
            <ac:spMk id="6" creationId="{E0863B11-5967-4650-A387-EB68D48B3F3D}"/>
          </ac:spMkLst>
        </pc:spChg>
        <pc:spChg chg="add mod">
          <ac:chgData name="Marklin, Davina" userId="84e4f697-9584-4432-a4f1-a3676e318e0b" providerId="ADAL" clId="{2DF8FF49-25EE-4404-9B6E-E6708B09AD02}" dt="2021-09-15T18:38:05.143" v="1021"/>
          <ac:spMkLst>
            <pc:docMk/>
            <pc:sldMk cId="214364372" sldId="2370"/>
            <ac:spMk id="7" creationId="{BDC36D95-F107-4D28-A6E4-464E0596957F}"/>
          </ac:spMkLst>
        </pc:spChg>
        <pc:spChg chg="add mod">
          <ac:chgData name="Marklin, Davina" userId="84e4f697-9584-4432-a4f1-a3676e318e0b" providerId="ADAL" clId="{2DF8FF49-25EE-4404-9B6E-E6708B09AD02}" dt="2021-09-15T18:38:05.143" v="1021"/>
          <ac:spMkLst>
            <pc:docMk/>
            <pc:sldMk cId="214364372" sldId="2370"/>
            <ac:spMk id="8" creationId="{4A3BFC9C-8182-4C05-B634-681F6BBFA82D}"/>
          </ac:spMkLst>
        </pc:spChg>
        <pc:spChg chg="add mod">
          <ac:chgData name="Marklin, Davina" userId="84e4f697-9584-4432-a4f1-a3676e318e0b" providerId="ADAL" clId="{2DF8FF49-25EE-4404-9B6E-E6708B09AD02}" dt="2021-09-15T18:38:05.143" v="1021"/>
          <ac:spMkLst>
            <pc:docMk/>
            <pc:sldMk cId="214364372" sldId="2370"/>
            <ac:spMk id="9" creationId="{78E786C2-0F37-42D6-A110-88AE61E39523}"/>
          </ac:spMkLst>
        </pc:spChg>
        <pc:spChg chg="add mod">
          <ac:chgData name="Marklin, Davina" userId="84e4f697-9584-4432-a4f1-a3676e318e0b" providerId="ADAL" clId="{2DF8FF49-25EE-4404-9B6E-E6708B09AD02}" dt="2021-09-15T18:38:05.143" v="1021"/>
          <ac:spMkLst>
            <pc:docMk/>
            <pc:sldMk cId="214364372" sldId="2370"/>
            <ac:spMk id="10" creationId="{D7F9F325-79B0-4B3A-935A-C896F15B7E96}"/>
          </ac:spMkLst>
        </pc:spChg>
        <pc:spChg chg="add mod">
          <ac:chgData name="Marklin, Davina" userId="84e4f697-9584-4432-a4f1-a3676e318e0b" providerId="ADAL" clId="{2DF8FF49-25EE-4404-9B6E-E6708B09AD02}" dt="2021-09-15T18:38:05.143" v="1021"/>
          <ac:spMkLst>
            <pc:docMk/>
            <pc:sldMk cId="214364372" sldId="2370"/>
            <ac:spMk id="11" creationId="{56FF881E-6F6A-4D0B-9F28-1935BF9E9EA4}"/>
          </ac:spMkLst>
        </pc:spChg>
        <pc:spChg chg="add mod">
          <ac:chgData name="Marklin, Davina" userId="84e4f697-9584-4432-a4f1-a3676e318e0b" providerId="ADAL" clId="{2DF8FF49-25EE-4404-9B6E-E6708B09AD02}" dt="2021-09-15T18:38:05.143" v="1021"/>
          <ac:spMkLst>
            <pc:docMk/>
            <pc:sldMk cId="214364372" sldId="2370"/>
            <ac:spMk id="12" creationId="{4911A340-410F-4D46-B4D7-3D4487CA64E5}"/>
          </ac:spMkLst>
        </pc:spChg>
        <pc:spChg chg="add mod">
          <ac:chgData name="Marklin, Davina" userId="84e4f697-9584-4432-a4f1-a3676e318e0b" providerId="ADAL" clId="{2DF8FF49-25EE-4404-9B6E-E6708B09AD02}" dt="2021-09-15T18:38:05.143" v="1021"/>
          <ac:spMkLst>
            <pc:docMk/>
            <pc:sldMk cId="214364372" sldId="2370"/>
            <ac:spMk id="16" creationId="{CAC40468-A320-4645-96AD-396458BAA4A6}"/>
          </ac:spMkLst>
        </pc:spChg>
        <pc:spChg chg="add mod">
          <ac:chgData name="Marklin, Davina" userId="84e4f697-9584-4432-a4f1-a3676e318e0b" providerId="ADAL" clId="{2DF8FF49-25EE-4404-9B6E-E6708B09AD02}" dt="2021-09-15T18:38:05.143" v="1021"/>
          <ac:spMkLst>
            <pc:docMk/>
            <pc:sldMk cId="214364372" sldId="2370"/>
            <ac:spMk id="17" creationId="{4625975D-0228-4817-B356-A5DDF1DE1AF0}"/>
          </ac:spMkLst>
        </pc:spChg>
        <pc:spChg chg="add mod">
          <ac:chgData name="Marklin, Davina" userId="84e4f697-9584-4432-a4f1-a3676e318e0b" providerId="ADAL" clId="{2DF8FF49-25EE-4404-9B6E-E6708B09AD02}" dt="2021-09-15T18:38:05.143" v="1021"/>
          <ac:spMkLst>
            <pc:docMk/>
            <pc:sldMk cId="214364372" sldId="2370"/>
            <ac:spMk id="18" creationId="{BBBD1A69-B6BE-493A-88EA-4B08AC1CFD61}"/>
          </ac:spMkLst>
        </pc:spChg>
        <pc:spChg chg="add mod">
          <ac:chgData name="Marklin, Davina" userId="84e4f697-9584-4432-a4f1-a3676e318e0b" providerId="ADAL" clId="{2DF8FF49-25EE-4404-9B6E-E6708B09AD02}" dt="2021-09-15T18:38:05.143" v="1021"/>
          <ac:spMkLst>
            <pc:docMk/>
            <pc:sldMk cId="214364372" sldId="2370"/>
            <ac:spMk id="19" creationId="{4E73CBA6-6482-4F9A-85FF-50D574167FCB}"/>
          </ac:spMkLst>
        </pc:spChg>
        <pc:spChg chg="add mod">
          <ac:chgData name="Marklin, Davina" userId="84e4f697-9584-4432-a4f1-a3676e318e0b" providerId="ADAL" clId="{2DF8FF49-25EE-4404-9B6E-E6708B09AD02}" dt="2021-09-15T18:38:05.143" v="1021"/>
          <ac:spMkLst>
            <pc:docMk/>
            <pc:sldMk cId="214364372" sldId="2370"/>
            <ac:spMk id="20" creationId="{67AC71E4-E029-4946-A131-048D9A98318E}"/>
          </ac:spMkLst>
        </pc:spChg>
        <pc:spChg chg="add mod">
          <ac:chgData name="Marklin, Davina" userId="84e4f697-9584-4432-a4f1-a3676e318e0b" providerId="ADAL" clId="{2DF8FF49-25EE-4404-9B6E-E6708B09AD02}" dt="2021-09-15T18:38:05.143" v="1021"/>
          <ac:spMkLst>
            <pc:docMk/>
            <pc:sldMk cId="214364372" sldId="2370"/>
            <ac:spMk id="21" creationId="{F232B86B-0042-4A79-A29D-370C71BE0418}"/>
          </ac:spMkLst>
        </pc:spChg>
        <pc:spChg chg="add mod">
          <ac:chgData name="Marklin, Davina" userId="84e4f697-9584-4432-a4f1-a3676e318e0b" providerId="ADAL" clId="{2DF8FF49-25EE-4404-9B6E-E6708B09AD02}" dt="2021-09-15T18:38:05.143" v="1021"/>
          <ac:spMkLst>
            <pc:docMk/>
            <pc:sldMk cId="214364372" sldId="2370"/>
            <ac:spMk id="22" creationId="{12D6611C-0239-4078-8BCC-86DECCB68F7B}"/>
          </ac:spMkLst>
        </pc:spChg>
        <pc:spChg chg="add mod">
          <ac:chgData name="Marklin, Davina" userId="84e4f697-9584-4432-a4f1-a3676e318e0b" providerId="ADAL" clId="{2DF8FF49-25EE-4404-9B6E-E6708B09AD02}" dt="2021-09-15T18:38:05.143" v="1021"/>
          <ac:spMkLst>
            <pc:docMk/>
            <pc:sldMk cId="214364372" sldId="2370"/>
            <ac:spMk id="23" creationId="{B368F194-D280-48B1-A790-A290C6F4B0CE}"/>
          </ac:spMkLst>
        </pc:spChg>
        <pc:spChg chg="add mod">
          <ac:chgData name="Marklin, Davina" userId="84e4f697-9584-4432-a4f1-a3676e318e0b" providerId="ADAL" clId="{2DF8FF49-25EE-4404-9B6E-E6708B09AD02}" dt="2021-09-15T18:38:05.143" v="1021"/>
          <ac:spMkLst>
            <pc:docMk/>
            <pc:sldMk cId="214364372" sldId="2370"/>
            <ac:spMk id="24" creationId="{E11DB20C-454E-40EA-95F2-DA2024120761}"/>
          </ac:spMkLst>
        </pc:spChg>
        <pc:spChg chg="add mod">
          <ac:chgData name="Marklin, Davina" userId="84e4f697-9584-4432-a4f1-a3676e318e0b" providerId="ADAL" clId="{2DF8FF49-25EE-4404-9B6E-E6708B09AD02}" dt="2021-09-15T18:38:05.143" v="1021"/>
          <ac:spMkLst>
            <pc:docMk/>
            <pc:sldMk cId="214364372" sldId="2370"/>
            <ac:spMk id="25" creationId="{E4A136F3-5192-4B7C-8372-8F6A2A0D9C23}"/>
          </ac:spMkLst>
        </pc:spChg>
        <pc:spChg chg="add mod">
          <ac:chgData name="Marklin, Davina" userId="84e4f697-9584-4432-a4f1-a3676e318e0b" providerId="ADAL" clId="{2DF8FF49-25EE-4404-9B6E-E6708B09AD02}" dt="2021-09-15T18:38:05.143" v="1021"/>
          <ac:spMkLst>
            <pc:docMk/>
            <pc:sldMk cId="214364372" sldId="2370"/>
            <ac:spMk id="26" creationId="{478DFC80-056B-4971-9640-513B44989796}"/>
          </ac:spMkLst>
        </pc:spChg>
        <pc:spChg chg="add mod">
          <ac:chgData name="Marklin, Davina" userId="84e4f697-9584-4432-a4f1-a3676e318e0b" providerId="ADAL" clId="{2DF8FF49-25EE-4404-9B6E-E6708B09AD02}" dt="2021-09-15T18:38:05.143" v="1021"/>
          <ac:spMkLst>
            <pc:docMk/>
            <pc:sldMk cId="214364372" sldId="2370"/>
            <ac:spMk id="27" creationId="{0E400044-13F7-436C-B800-37302E6E7E82}"/>
          </ac:spMkLst>
        </pc:spChg>
        <pc:spChg chg="add mod">
          <ac:chgData name="Marklin, Davina" userId="84e4f697-9584-4432-a4f1-a3676e318e0b" providerId="ADAL" clId="{2DF8FF49-25EE-4404-9B6E-E6708B09AD02}" dt="2021-09-15T18:38:05.143" v="1021"/>
          <ac:spMkLst>
            <pc:docMk/>
            <pc:sldMk cId="214364372" sldId="2370"/>
            <ac:spMk id="28" creationId="{E99DE115-72D3-46A4-BBE2-6C372342DAE1}"/>
          </ac:spMkLst>
        </pc:spChg>
        <pc:spChg chg="add mod">
          <ac:chgData name="Marklin, Davina" userId="84e4f697-9584-4432-a4f1-a3676e318e0b" providerId="ADAL" clId="{2DF8FF49-25EE-4404-9B6E-E6708B09AD02}" dt="2021-09-15T18:38:05.143" v="1021"/>
          <ac:spMkLst>
            <pc:docMk/>
            <pc:sldMk cId="214364372" sldId="2370"/>
            <ac:spMk id="29" creationId="{FEA5538A-676B-44C9-9045-6F2B5D0CD3A5}"/>
          </ac:spMkLst>
        </pc:spChg>
        <pc:spChg chg="add mod">
          <ac:chgData name="Marklin, Davina" userId="84e4f697-9584-4432-a4f1-a3676e318e0b" providerId="ADAL" clId="{2DF8FF49-25EE-4404-9B6E-E6708B09AD02}" dt="2021-09-15T18:38:05.143" v="1021"/>
          <ac:spMkLst>
            <pc:docMk/>
            <pc:sldMk cId="214364372" sldId="2370"/>
            <ac:spMk id="30" creationId="{0CBD1CCC-2FD2-43DC-B9A8-44A55040987F}"/>
          </ac:spMkLst>
        </pc:spChg>
        <pc:spChg chg="add mod">
          <ac:chgData name="Marklin, Davina" userId="84e4f697-9584-4432-a4f1-a3676e318e0b" providerId="ADAL" clId="{2DF8FF49-25EE-4404-9B6E-E6708B09AD02}" dt="2021-09-15T18:38:05.143" v="1021"/>
          <ac:spMkLst>
            <pc:docMk/>
            <pc:sldMk cId="214364372" sldId="2370"/>
            <ac:spMk id="31" creationId="{8E31C890-AA69-425A-B053-0B2D4BE5DF2E}"/>
          </ac:spMkLst>
        </pc:spChg>
        <pc:spChg chg="add mod">
          <ac:chgData name="Marklin, Davina" userId="84e4f697-9584-4432-a4f1-a3676e318e0b" providerId="ADAL" clId="{2DF8FF49-25EE-4404-9B6E-E6708B09AD02}" dt="2021-09-15T18:38:05.143" v="1021"/>
          <ac:spMkLst>
            <pc:docMk/>
            <pc:sldMk cId="214364372" sldId="2370"/>
            <ac:spMk id="32" creationId="{62A67C9B-085D-4BDE-8800-DB085BE9C5F2}"/>
          </ac:spMkLst>
        </pc:spChg>
        <pc:spChg chg="add mod">
          <ac:chgData name="Marklin, Davina" userId="84e4f697-9584-4432-a4f1-a3676e318e0b" providerId="ADAL" clId="{2DF8FF49-25EE-4404-9B6E-E6708B09AD02}" dt="2021-09-15T18:38:05.143" v="1021"/>
          <ac:spMkLst>
            <pc:docMk/>
            <pc:sldMk cId="214364372" sldId="2370"/>
            <ac:spMk id="33" creationId="{C624D871-2DE4-40A1-A77E-5E60F95FE326}"/>
          </ac:spMkLst>
        </pc:spChg>
        <pc:spChg chg="add mod">
          <ac:chgData name="Marklin, Davina" userId="84e4f697-9584-4432-a4f1-a3676e318e0b" providerId="ADAL" clId="{2DF8FF49-25EE-4404-9B6E-E6708B09AD02}" dt="2021-09-15T18:38:05.143" v="1021"/>
          <ac:spMkLst>
            <pc:docMk/>
            <pc:sldMk cId="214364372" sldId="2370"/>
            <ac:spMk id="34" creationId="{37FF3A25-7026-43AF-96CC-C477F49FD031}"/>
          </ac:spMkLst>
        </pc:spChg>
        <pc:spChg chg="add mod">
          <ac:chgData name="Marklin, Davina" userId="84e4f697-9584-4432-a4f1-a3676e318e0b" providerId="ADAL" clId="{2DF8FF49-25EE-4404-9B6E-E6708B09AD02}" dt="2021-09-15T18:38:05.143" v="1021"/>
          <ac:spMkLst>
            <pc:docMk/>
            <pc:sldMk cId="214364372" sldId="2370"/>
            <ac:spMk id="35" creationId="{5524F33F-1201-4CC8-8DC5-2A601469A533}"/>
          </ac:spMkLst>
        </pc:spChg>
        <pc:spChg chg="add mod">
          <ac:chgData name="Marklin, Davina" userId="84e4f697-9584-4432-a4f1-a3676e318e0b" providerId="ADAL" clId="{2DF8FF49-25EE-4404-9B6E-E6708B09AD02}" dt="2021-09-15T18:38:05.143" v="1021"/>
          <ac:spMkLst>
            <pc:docMk/>
            <pc:sldMk cId="214364372" sldId="2370"/>
            <ac:spMk id="36" creationId="{F6B19E58-5ACB-474F-96CF-53C1E0DA75A3}"/>
          </ac:spMkLst>
        </pc:spChg>
        <pc:spChg chg="add mod">
          <ac:chgData name="Marklin, Davina" userId="84e4f697-9584-4432-a4f1-a3676e318e0b" providerId="ADAL" clId="{2DF8FF49-25EE-4404-9B6E-E6708B09AD02}" dt="2021-09-15T18:38:05.143" v="1021"/>
          <ac:spMkLst>
            <pc:docMk/>
            <pc:sldMk cId="214364372" sldId="2370"/>
            <ac:spMk id="37" creationId="{9CEC2DE0-1BE6-49E6-BBE6-D3D48F27D77C}"/>
          </ac:spMkLst>
        </pc:spChg>
        <pc:spChg chg="add mod">
          <ac:chgData name="Marklin, Davina" userId="84e4f697-9584-4432-a4f1-a3676e318e0b" providerId="ADAL" clId="{2DF8FF49-25EE-4404-9B6E-E6708B09AD02}" dt="2021-09-15T18:38:05.143" v="1021"/>
          <ac:spMkLst>
            <pc:docMk/>
            <pc:sldMk cId="214364372" sldId="2370"/>
            <ac:spMk id="38" creationId="{D1CD467C-A61C-4E62-85DD-B636F25FFCB4}"/>
          </ac:spMkLst>
        </pc:spChg>
        <pc:spChg chg="add mod">
          <ac:chgData name="Marklin, Davina" userId="84e4f697-9584-4432-a4f1-a3676e318e0b" providerId="ADAL" clId="{2DF8FF49-25EE-4404-9B6E-E6708B09AD02}" dt="2021-09-15T18:38:05.143" v="1021"/>
          <ac:spMkLst>
            <pc:docMk/>
            <pc:sldMk cId="214364372" sldId="2370"/>
            <ac:spMk id="39" creationId="{33BD480D-60DA-4937-B06A-E794EEEC97BF}"/>
          </ac:spMkLst>
        </pc:spChg>
        <pc:spChg chg="add mod">
          <ac:chgData name="Marklin, Davina" userId="84e4f697-9584-4432-a4f1-a3676e318e0b" providerId="ADAL" clId="{2DF8FF49-25EE-4404-9B6E-E6708B09AD02}" dt="2021-09-15T18:38:05.143" v="1021"/>
          <ac:spMkLst>
            <pc:docMk/>
            <pc:sldMk cId="214364372" sldId="2370"/>
            <ac:spMk id="40" creationId="{DDA6109C-8384-40FD-9B3A-832AB96630F6}"/>
          </ac:spMkLst>
        </pc:spChg>
        <pc:cxnChg chg="add mod">
          <ac:chgData name="Marklin, Davina" userId="84e4f697-9584-4432-a4f1-a3676e318e0b" providerId="ADAL" clId="{2DF8FF49-25EE-4404-9B6E-E6708B09AD02}" dt="2021-09-15T18:38:05.143" v="1021"/>
          <ac:cxnSpMkLst>
            <pc:docMk/>
            <pc:sldMk cId="214364372" sldId="2370"/>
            <ac:cxnSpMk id="13" creationId="{324F0B93-E556-44AE-A52B-048D2AFB21F6}"/>
          </ac:cxnSpMkLst>
        </pc:cxnChg>
        <pc:cxnChg chg="add mod">
          <ac:chgData name="Marklin, Davina" userId="84e4f697-9584-4432-a4f1-a3676e318e0b" providerId="ADAL" clId="{2DF8FF49-25EE-4404-9B6E-E6708B09AD02}" dt="2021-09-15T18:38:05.143" v="1021"/>
          <ac:cxnSpMkLst>
            <pc:docMk/>
            <pc:sldMk cId="214364372" sldId="2370"/>
            <ac:cxnSpMk id="14" creationId="{560C4D71-7532-47FA-B04B-FE79238707B1}"/>
          </ac:cxnSpMkLst>
        </pc:cxnChg>
        <pc:cxnChg chg="add mod">
          <ac:chgData name="Marklin, Davina" userId="84e4f697-9584-4432-a4f1-a3676e318e0b" providerId="ADAL" clId="{2DF8FF49-25EE-4404-9B6E-E6708B09AD02}" dt="2021-09-15T18:38:05.143" v="1021"/>
          <ac:cxnSpMkLst>
            <pc:docMk/>
            <pc:sldMk cId="214364372" sldId="2370"/>
            <ac:cxnSpMk id="15" creationId="{2696FAC9-E278-4F93-8204-B059237E2D36}"/>
          </ac:cxnSpMkLst>
        </pc:cxnChg>
      </pc:sldChg>
      <pc:sldChg chg="del">
        <pc:chgData name="Marklin, Davina" userId="84e4f697-9584-4432-a4f1-a3676e318e0b" providerId="ADAL" clId="{2DF8FF49-25EE-4404-9B6E-E6708B09AD02}" dt="2021-09-15T15:17:13.490" v="219" actId="47"/>
        <pc:sldMkLst>
          <pc:docMk/>
          <pc:sldMk cId="1687686424" sldId="2370"/>
        </pc:sldMkLst>
      </pc:sldChg>
      <pc:sldChg chg="del">
        <pc:chgData name="Marklin, Davina" userId="84e4f697-9584-4432-a4f1-a3676e318e0b" providerId="ADAL" clId="{2DF8FF49-25EE-4404-9B6E-E6708B09AD02}" dt="2021-09-15T15:17:13.490" v="219" actId="47"/>
        <pc:sldMkLst>
          <pc:docMk/>
          <pc:sldMk cId="1489271435" sldId="2371"/>
        </pc:sldMkLst>
      </pc:sldChg>
      <pc:sldChg chg="del">
        <pc:chgData name="Marklin, Davina" userId="84e4f697-9584-4432-a4f1-a3676e318e0b" providerId="ADAL" clId="{2DF8FF49-25EE-4404-9B6E-E6708B09AD02}" dt="2021-09-15T15:17:13.490" v="219" actId="47"/>
        <pc:sldMkLst>
          <pc:docMk/>
          <pc:sldMk cId="4119694365" sldId="2372"/>
        </pc:sldMkLst>
      </pc:sldChg>
      <pc:sldChg chg="del">
        <pc:chgData name="Marklin, Davina" userId="84e4f697-9584-4432-a4f1-a3676e318e0b" providerId="ADAL" clId="{2DF8FF49-25EE-4404-9B6E-E6708B09AD02}" dt="2021-09-15T15:17:13.490" v="219" actId="47"/>
        <pc:sldMkLst>
          <pc:docMk/>
          <pc:sldMk cId="3993394576" sldId="2373"/>
        </pc:sldMkLst>
      </pc:sldChg>
      <pc:sldMasterChg chg="addSp delSp modSp mod delSldLayout modSldLayout">
        <pc:chgData name="Marklin, Davina" userId="84e4f697-9584-4432-a4f1-a3676e318e0b" providerId="ADAL" clId="{2DF8FF49-25EE-4404-9B6E-E6708B09AD02}" dt="2021-09-15T15:23:03.394" v="223" actId="6014"/>
        <pc:sldMasterMkLst>
          <pc:docMk/>
          <pc:sldMasterMk cId="2778298823" sldId="2147483705"/>
        </pc:sldMasterMkLst>
        <pc:spChg chg="mod">
          <ac:chgData name="Marklin, Davina" userId="84e4f697-9584-4432-a4f1-a3676e318e0b" providerId="ADAL" clId="{2DF8FF49-25EE-4404-9B6E-E6708B09AD02}" dt="2021-09-15T14:40:34.653" v="92" actId="20577"/>
          <ac:spMkLst>
            <pc:docMk/>
            <pc:sldMasterMk cId="2778298823" sldId="2147483705"/>
            <ac:spMk id="7" creationId="{0E2E3866-CA16-4F43-A389-8CA51E57A916}"/>
          </ac:spMkLst>
        </pc:spChg>
        <pc:spChg chg="del">
          <ac:chgData name="Marklin, Davina" userId="84e4f697-9584-4432-a4f1-a3676e318e0b" providerId="ADAL" clId="{2DF8FF49-25EE-4404-9B6E-E6708B09AD02}" dt="2021-09-15T14:34:56.375" v="50" actId="478"/>
          <ac:spMkLst>
            <pc:docMk/>
            <pc:sldMasterMk cId="2778298823" sldId="2147483705"/>
            <ac:spMk id="15" creationId="{FCC268DF-D535-4D4E-8691-622589CAD4AB}"/>
          </ac:spMkLst>
        </pc:spChg>
        <pc:grpChg chg="add mod ord">
          <ac:chgData name="Marklin, Davina" userId="84e4f697-9584-4432-a4f1-a3676e318e0b" providerId="ADAL" clId="{2DF8FF49-25EE-4404-9B6E-E6708B09AD02}" dt="2021-09-15T14:38:32.318" v="65" actId="167"/>
          <ac:grpSpMkLst>
            <pc:docMk/>
            <pc:sldMasterMk cId="2778298823" sldId="2147483705"/>
            <ac:grpSpMk id="3" creationId="{6479EB1D-2668-4720-8270-90736E9E9B76}"/>
          </ac:grpSpMkLst>
        </pc:grpChg>
        <pc:picChg chg="mod">
          <ac:chgData name="Marklin, Davina" userId="84e4f697-9584-4432-a4f1-a3676e318e0b" providerId="ADAL" clId="{2DF8FF49-25EE-4404-9B6E-E6708B09AD02}" dt="2021-09-15T14:40:00.276" v="89" actId="1037"/>
          <ac:picMkLst>
            <pc:docMk/>
            <pc:sldMasterMk cId="2778298823" sldId="2147483705"/>
            <ac:picMk id="2" creationId="{ED457696-1335-4D4C-8115-F3C51227621A}"/>
          </ac:picMkLst>
        </pc:picChg>
        <pc:picChg chg="del">
          <ac:chgData name="Marklin, Davina" userId="84e4f697-9584-4432-a4f1-a3676e318e0b" providerId="ADAL" clId="{2DF8FF49-25EE-4404-9B6E-E6708B09AD02}" dt="2021-09-15T14:34:59.172" v="51" actId="478"/>
          <ac:picMkLst>
            <pc:docMk/>
            <pc:sldMasterMk cId="2778298823" sldId="2147483705"/>
            <ac:picMk id="5" creationId="{9863F704-E201-40D4-A7E6-3E5DC16F3910}"/>
          </ac:picMkLst>
        </pc:picChg>
        <pc:picChg chg="add mod">
          <ac:chgData name="Marklin, Davina" userId="84e4f697-9584-4432-a4f1-a3676e318e0b" providerId="ADAL" clId="{2DF8FF49-25EE-4404-9B6E-E6708B09AD02}" dt="2021-09-15T14:35:19.237" v="54" actId="164"/>
          <ac:picMkLst>
            <pc:docMk/>
            <pc:sldMasterMk cId="2778298823" sldId="2147483705"/>
            <ac:picMk id="10" creationId="{C3A376A0-48F4-491B-A06D-3DADFE245246}"/>
          </ac:picMkLst>
        </pc:picChg>
        <pc:picChg chg="add mod">
          <ac:chgData name="Marklin, Davina" userId="84e4f697-9584-4432-a4f1-a3676e318e0b" providerId="ADAL" clId="{2DF8FF49-25EE-4404-9B6E-E6708B09AD02}" dt="2021-09-15T14:35:19.237" v="54" actId="164"/>
          <ac:picMkLst>
            <pc:docMk/>
            <pc:sldMasterMk cId="2778298823" sldId="2147483705"/>
            <ac:picMk id="11" creationId="{C055337E-FB57-4E3D-8C4C-B14AAF42AFF8}"/>
          </ac:picMkLst>
        </pc:picChg>
        <pc:picChg chg="add mod">
          <ac:chgData name="Marklin, Davina" userId="84e4f697-9584-4432-a4f1-a3676e318e0b" providerId="ADAL" clId="{2DF8FF49-25EE-4404-9B6E-E6708B09AD02}" dt="2021-09-15T14:39:55.726" v="79" actId="1038"/>
          <ac:picMkLst>
            <pc:docMk/>
            <pc:sldMasterMk cId="2778298823" sldId="2147483705"/>
            <ac:picMk id="13" creationId="{1025F417-FF6F-45B7-9015-B7EE97837883}"/>
          </ac:picMkLst>
        </pc:picChg>
        <pc:sldLayoutChg chg="addSp delSp modSp mod">
          <pc:chgData name="Marklin, Davina" userId="84e4f697-9584-4432-a4f1-a3676e318e0b" providerId="ADAL" clId="{2DF8FF49-25EE-4404-9B6E-E6708B09AD02}" dt="2021-09-15T14:34:20.969" v="49"/>
          <pc:sldLayoutMkLst>
            <pc:docMk/>
            <pc:sldMasterMk cId="2778298823" sldId="2147483705"/>
            <pc:sldLayoutMk cId="3965600146" sldId="2147483706"/>
          </pc:sldLayoutMkLst>
          <pc:spChg chg="del">
            <ac:chgData name="Marklin, Davina" userId="84e4f697-9584-4432-a4f1-a3676e318e0b" providerId="ADAL" clId="{2DF8FF49-25EE-4404-9B6E-E6708B09AD02}" dt="2021-09-15T14:27:34.769" v="0" actId="478"/>
            <ac:spMkLst>
              <pc:docMk/>
              <pc:sldMasterMk cId="2778298823" sldId="2147483705"/>
              <pc:sldLayoutMk cId="3965600146" sldId="2147483706"/>
              <ac:spMk id="6" creationId="{0529C60D-0EFD-4E99-881A-D1B438074C30}"/>
            </ac:spMkLst>
          </pc:spChg>
          <pc:spChg chg="del">
            <ac:chgData name="Marklin, Davina" userId="84e4f697-9584-4432-a4f1-a3676e318e0b" providerId="ADAL" clId="{2DF8FF49-25EE-4404-9B6E-E6708B09AD02}" dt="2021-09-15T14:27:52.909" v="4" actId="478"/>
            <ac:spMkLst>
              <pc:docMk/>
              <pc:sldMasterMk cId="2778298823" sldId="2147483705"/>
              <pc:sldLayoutMk cId="3965600146" sldId="2147483706"/>
              <ac:spMk id="12" creationId="{396010FA-20E9-46EF-B97B-BD2E0E96BC6D}"/>
            </ac:spMkLst>
          </pc:spChg>
          <pc:spChg chg="add mod ord">
            <ac:chgData name="Marklin, Davina" userId="84e4f697-9584-4432-a4f1-a3676e318e0b" providerId="ADAL" clId="{2DF8FF49-25EE-4404-9B6E-E6708B09AD02}" dt="2021-09-15T14:28:18.527" v="7" actId="167"/>
            <ac:spMkLst>
              <pc:docMk/>
              <pc:sldMasterMk cId="2778298823" sldId="2147483705"/>
              <pc:sldLayoutMk cId="3965600146" sldId="2147483706"/>
              <ac:spMk id="14" creationId="{076081B0-0670-476A-A3DD-4C4920986580}"/>
            </ac:spMkLst>
          </pc:spChg>
          <pc:spChg chg="del">
            <ac:chgData name="Marklin, Davina" userId="84e4f697-9584-4432-a4f1-a3676e318e0b" providerId="ADAL" clId="{2DF8FF49-25EE-4404-9B6E-E6708B09AD02}" dt="2021-09-15T14:27:52.909" v="4" actId="478"/>
            <ac:spMkLst>
              <pc:docMk/>
              <pc:sldMasterMk cId="2778298823" sldId="2147483705"/>
              <pc:sldLayoutMk cId="3965600146" sldId="2147483706"/>
              <ac:spMk id="15" creationId="{00000000-0000-0000-0000-000000000000}"/>
            </ac:spMkLst>
          </pc:spChg>
          <pc:spChg chg="mod">
            <ac:chgData name="Marklin, Davina" userId="84e4f697-9584-4432-a4f1-a3676e318e0b" providerId="ADAL" clId="{2DF8FF49-25EE-4404-9B6E-E6708B09AD02}" dt="2021-09-15T14:34:20.969" v="49"/>
            <ac:spMkLst>
              <pc:docMk/>
              <pc:sldMasterMk cId="2778298823" sldId="2147483705"/>
              <pc:sldLayoutMk cId="3965600146" sldId="2147483706"/>
              <ac:spMk id="17" creationId="{ABCA968A-0F49-40C6-8A0B-323D3DC03648}"/>
            </ac:spMkLst>
          </pc:spChg>
          <pc:spChg chg="mod">
            <ac:chgData name="Marklin, Davina" userId="84e4f697-9584-4432-a4f1-a3676e318e0b" providerId="ADAL" clId="{2DF8FF49-25EE-4404-9B6E-E6708B09AD02}" dt="2021-09-15T14:28:52.777" v="9" actId="1076"/>
            <ac:spMkLst>
              <pc:docMk/>
              <pc:sldMasterMk cId="2778298823" sldId="2147483705"/>
              <pc:sldLayoutMk cId="3965600146" sldId="2147483706"/>
              <ac:spMk id="19" creationId="{976A77B7-110B-4A79-A8EE-359DA7707788}"/>
            </ac:spMkLst>
          </pc:spChg>
          <pc:spChg chg="del">
            <ac:chgData name="Marklin, Davina" userId="84e4f697-9584-4432-a4f1-a3676e318e0b" providerId="ADAL" clId="{2DF8FF49-25EE-4404-9B6E-E6708B09AD02}" dt="2021-09-15T14:27:47.753" v="3" actId="478"/>
            <ac:spMkLst>
              <pc:docMk/>
              <pc:sldMasterMk cId="2778298823" sldId="2147483705"/>
              <pc:sldLayoutMk cId="3965600146" sldId="2147483706"/>
              <ac:spMk id="20" creationId="{30F88005-687F-4003-8968-2DC79EC2FD86}"/>
            </ac:spMkLst>
          </pc:spChg>
          <pc:grpChg chg="add mod">
            <ac:chgData name="Marklin, Davina" userId="84e4f697-9584-4432-a4f1-a3676e318e0b" providerId="ADAL" clId="{2DF8FF49-25EE-4404-9B6E-E6708B09AD02}" dt="2021-09-15T14:31:59.028" v="21" actId="1076"/>
            <ac:grpSpMkLst>
              <pc:docMk/>
              <pc:sldMasterMk cId="2778298823" sldId="2147483705"/>
              <pc:sldLayoutMk cId="3965600146" sldId="2147483706"/>
              <ac:grpSpMk id="2" creationId="{74DAF94E-D246-4A39-9E2A-9E0823227979}"/>
            </ac:grpSpMkLst>
          </pc:grpChg>
          <pc:picChg chg="del">
            <ac:chgData name="Marklin, Davina" userId="84e4f697-9584-4432-a4f1-a3676e318e0b" providerId="ADAL" clId="{2DF8FF49-25EE-4404-9B6E-E6708B09AD02}" dt="2021-09-15T14:27:37.909" v="1" actId="478"/>
            <ac:picMkLst>
              <pc:docMk/>
              <pc:sldMasterMk cId="2778298823" sldId="2147483705"/>
              <pc:sldLayoutMk cId="3965600146" sldId="2147483706"/>
              <ac:picMk id="3" creationId="{8F68EA41-4376-44F9-AB64-F0BDB9B753EE}"/>
            </ac:picMkLst>
          </pc:picChg>
          <pc:picChg chg="del">
            <ac:chgData name="Marklin, Davina" userId="84e4f697-9584-4432-a4f1-a3676e318e0b" providerId="ADAL" clId="{2DF8FF49-25EE-4404-9B6E-E6708B09AD02}" dt="2021-09-15T14:27:44.164" v="2" actId="478"/>
            <ac:picMkLst>
              <pc:docMk/>
              <pc:sldMasterMk cId="2778298823" sldId="2147483705"/>
              <pc:sldLayoutMk cId="3965600146" sldId="2147483706"/>
              <ac:picMk id="4" creationId="{2DC9B73E-BCDB-4D2A-9C3C-8A7997646456}"/>
            </ac:picMkLst>
          </pc:picChg>
          <pc:picChg chg="del">
            <ac:chgData name="Marklin, Davina" userId="84e4f697-9584-4432-a4f1-a3676e318e0b" providerId="ADAL" clId="{2DF8FF49-25EE-4404-9B6E-E6708B09AD02}" dt="2021-09-15T14:27:52.909" v="4" actId="478"/>
            <ac:picMkLst>
              <pc:docMk/>
              <pc:sldMasterMk cId="2778298823" sldId="2147483705"/>
              <pc:sldLayoutMk cId="3965600146" sldId="2147483706"/>
              <ac:picMk id="8" creationId="{621FFB98-2369-4351-9B4C-9925FC87A3F0}"/>
            </ac:picMkLst>
          </pc:picChg>
          <pc:picChg chg="add mod">
            <ac:chgData name="Marklin, Davina" userId="84e4f697-9584-4432-a4f1-a3676e318e0b" providerId="ADAL" clId="{2DF8FF49-25EE-4404-9B6E-E6708B09AD02}" dt="2021-09-15T14:28:31.382" v="8"/>
            <ac:picMkLst>
              <pc:docMk/>
              <pc:sldMasterMk cId="2778298823" sldId="2147483705"/>
              <pc:sldLayoutMk cId="3965600146" sldId="2147483706"/>
              <ac:picMk id="16" creationId="{EC314D54-A520-494E-80E8-B0B9BF78209A}"/>
            </ac:picMkLst>
          </pc:picChg>
          <pc:picChg chg="add del mod">
            <ac:chgData name="Marklin, Davina" userId="84e4f697-9584-4432-a4f1-a3676e318e0b" providerId="ADAL" clId="{2DF8FF49-25EE-4404-9B6E-E6708B09AD02}" dt="2021-09-15T14:30:44.947" v="12" actId="478"/>
            <ac:picMkLst>
              <pc:docMk/>
              <pc:sldMasterMk cId="2778298823" sldId="2147483705"/>
              <pc:sldLayoutMk cId="3965600146" sldId="2147483706"/>
              <ac:picMk id="18" creationId="{B8B6B922-C068-4078-A663-CA118B122708}"/>
            </ac:picMkLst>
          </pc:picChg>
          <pc:picChg chg="add mod">
            <ac:chgData name="Marklin, Davina" userId="84e4f697-9584-4432-a4f1-a3676e318e0b" providerId="ADAL" clId="{2DF8FF49-25EE-4404-9B6E-E6708B09AD02}" dt="2021-09-15T14:31:20.146" v="16" actId="164"/>
            <ac:picMkLst>
              <pc:docMk/>
              <pc:sldMasterMk cId="2778298823" sldId="2147483705"/>
              <pc:sldLayoutMk cId="3965600146" sldId="2147483706"/>
              <ac:picMk id="21" creationId="{481B9A56-1599-4365-BBA0-25BF17B0929C}"/>
            </ac:picMkLst>
          </pc:picChg>
          <pc:picChg chg="add mod">
            <ac:chgData name="Marklin, Davina" userId="84e4f697-9584-4432-a4f1-a3676e318e0b" providerId="ADAL" clId="{2DF8FF49-25EE-4404-9B6E-E6708B09AD02}" dt="2021-09-15T14:31:20.146" v="16" actId="164"/>
            <ac:picMkLst>
              <pc:docMk/>
              <pc:sldMasterMk cId="2778298823" sldId="2147483705"/>
              <pc:sldLayoutMk cId="3965600146" sldId="2147483706"/>
              <ac:picMk id="22" creationId="{A7F517AB-7405-41E7-B9B1-3DF2D54108A7}"/>
            </ac:picMkLst>
          </pc:picChg>
        </pc:sldLayoutChg>
        <pc:sldLayoutChg chg="modSp">
          <pc:chgData name="Marklin, Davina" userId="84e4f697-9584-4432-a4f1-a3676e318e0b" providerId="ADAL" clId="{2DF8FF49-25EE-4404-9B6E-E6708B09AD02}" dt="2021-09-15T15:08:22.009" v="97" actId="255"/>
          <pc:sldLayoutMkLst>
            <pc:docMk/>
            <pc:sldMasterMk cId="2778298823" sldId="2147483705"/>
            <pc:sldLayoutMk cId="2951116146" sldId="2147483707"/>
          </pc:sldLayoutMkLst>
          <pc:spChg chg="mod">
            <ac:chgData name="Marklin, Davina" userId="84e4f697-9584-4432-a4f1-a3676e318e0b" providerId="ADAL" clId="{2DF8FF49-25EE-4404-9B6E-E6708B09AD02}" dt="2021-09-15T15:08:22.009" v="97" actId="255"/>
            <ac:spMkLst>
              <pc:docMk/>
              <pc:sldMasterMk cId="2778298823" sldId="2147483705"/>
              <pc:sldLayoutMk cId="2951116146" sldId="2147483707"/>
              <ac:spMk id="2" creationId="{00000000-0000-0000-0000-000000000000}"/>
            </ac:spMkLst>
          </pc:spChg>
        </pc:sldLayoutChg>
        <pc:sldLayoutChg chg="mod">
          <pc:chgData name="Marklin, Davina" userId="84e4f697-9584-4432-a4f1-a3676e318e0b" providerId="ADAL" clId="{2DF8FF49-25EE-4404-9B6E-E6708B09AD02}" dt="2021-09-15T15:23:03.394" v="223" actId="6014"/>
          <pc:sldLayoutMkLst>
            <pc:docMk/>
            <pc:sldMasterMk cId="2778298823" sldId="2147483705"/>
            <pc:sldLayoutMk cId="2226142678" sldId="2147483708"/>
          </pc:sldLayoutMkLst>
        </pc:sldLayoutChg>
        <pc:sldLayoutChg chg="del">
          <pc:chgData name="Marklin, Davina" userId="84e4f697-9584-4432-a4f1-a3676e318e0b" providerId="ADAL" clId="{2DF8FF49-25EE-4404-9B6E-E6708B09AD02}" dt="2021-09-15T15:07:02.862" v="94" actId="2696"/>
          <pc:sldLayoutMkLst>
            <pc:docMk/>
            <pc:sldMasterMk cId="2778298823" sldId="2147483705"/>
            <pc:sldLayoutMk cId="3186898583" sldId="2147483733"/>
          </pc:sldLayoutMkLst>
        </pc:sldLayoutChg>
        <pc:sldLayoutChg chg="del">
          <pc:chgData name="Marklin, Davina" userId="84e4f697-9584-4432-a4f1-a3676e318e0b" providerId="ADAL" clId="{2DF8FF49-25EE-4404-9B6E-E6708B09AD02}" dt="2021-09-15T15:22:33.774" v="222" actId="2696"/>
          <pc:sldLayoutMkLst>
            <pc:docMk/>
            <pc:sldMasterMk cId="2778298823" sldId="2147483705"/>
            <pc:sldLayoutMk cId="1684494841" sldId="2147483735"/>
          </pc:sldLayoutMkLst>
        </pc:sldLayoutChg>
        <pc:sldLayoutChg chg="del">
          <pc:chgData name="Marklin, Davina" userId="84e4f697-9584-4432-a4f1-a3676e318e0b" providerId="ADAL" clId="{2DF8FF49-25EE-4404-9B6E-E6708B09AD02}" dt="2021-09-15T15:06:56.243" v="93" actId="2696"/>
          <pc:sldLayoutMkLst>
            <pc:docMk/>
            <pc:sldMasterMk cId="2778298823" sldId="2147483705"/>
            <pc:sldLayoutMk cId="2970481014" sldId="214748373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22335864-BBE2-4833-81B1-9464880E3ADE}" type="datetimeFigureOut">
              <a:rPr lang="en-US" smtClean="0"/>
              <a:t>12/12/2023</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D47897E0-CF65-4AE7-99B4-A2CCABB321EA}" type="slidenum">
              <a:rPr lang="en-US" smtClean="0"/>
              <a:t>‹#›</a:t>
            </a:fld>
            <a:endParaRPr lang="en-US"/>
          </a:p>
        </p:txBody>
      </p:sp>
    </p:spTree>
    <p:extLst>
      <p:ext uri="{BB962C8B-B14F-4D97-AF65-F5344CB8AC3E}">
        <p14:creationId xmlns:p14="http://schemas.microsoft.com/office/powerpoint/2010/main" val="323554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47897E0-CF65-4AE7-99B4-A2CCABB321EA}" type="slidenum">
              <a:rPr lang="en-US" smtClean="0"/>
              <a:t>1</a:t>
            </a:fld>
            <a:endParaRPr lang="en-US"/>
          </a:p>
        </p:txBody>
      </p:sp>
    </p:spTree>
    <p:extLst>
      <p:ext uri="{BB962C8B-B14F-4D97-AF65-F5344CB8AC3E}">
        <p14:creationId xmlns:p14="http://schemas.microsoft.com/office/powerpoint/2010/main" val="1544075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SPY-6 family provides increased detection range for increased performance of </a:t>
            </a:r>
            <a:r>
              <a:rPr lang="en-US" err="1"/>
              <a:t>hardkill</a:t>
            </a:r>
            <a:r>
              <a:rPr lang="en-US"/>
              <a:t> and </a:t>
            </a:r>
            <a:r>
              <a:rPr lang="en-US" err="1"/>
              <a:t>softkill</a:t>
            </a:r>
            <a:r>
              <a:rPr lang="en-US"/>
              <a:t> weapons across the spectrum of warfighting domains</a:t>
            </a:r>
          </a:p>
          <a:p>
            <a:pPr marL="171450" indent="-171450">
              <a:buFont typeface="Arial" panose="020B0604020202020204" pitchFamily="34" charset="0"/>
              <a:buChar char="•"/>
            </a:pPr>
            <a:r>
              <a:rPr lang="en-US"/>
              <a:t>Scalable – adaptable, programmable, open interfaces, ease of integration</a:t>
            </a:r>
          </a:p>
          <a:p>
            <a:pPr marL="171450" indent="-171450">
              <a:buFont typeface="Arial" panose="020B0604020202020204" pitchFamily="34" charset="0"/>
              <a:buChar char="•"/>
            </a:pPr>
            <a:r>
              <a:rPr lang="en-US"/>
              <a:t>Affordable </a:t>
            </a:r>
            <a:r>
              <a:rPr lang="en-US" strike="sngStrike"/>
              <a:t>– low </a:t>
            </a:r>
            <a:r>
              <a:rPr lang="en-US"/>
              <a:t>operational and total ownership cost</a:t>
            </a:r>
          </a:p>
          <a:p>
            <a:pPr marL="171450" indent="-171450">
              <a:buFont typeface="Arial" panose="020B0604020202020204" pitchFamily="34" charset="0"/>
              <a:buChar char="•"/>
            </a:pPr>
            <a:r>
              <a:rPr lang="en-US"/>
              <a:t>SPY-6(V)’s open architecture design and inherently scalable critical technologies provide an opportunity for use on various ship classes</a:t>
            </a:r>
          </a:p>
          <a:p>
            <a:pPr marL="628650" lvl="1" indent="-171450">
              <a:buFont typeface="Courier New" panose="02070309020205020404" pitchFamily="49" charset="0"/>
              <a:buChar char="o"/>
            </a:pPr>
            <a:r>
              <a:rPr lang="en-US"/>
              <a:t>Flight III DDG – installed in DDG 125</a:t>
            </a:r>
          </a:p>
          <a:p>
            <a:pPr marL="628650" lvl="1" indent="-171450">
              <a:buFont typeface="Courier New" panose="02070309020205020404" pitchFamily="49" charset="0"/>
              <a:buChar char="o"/>
            </a:pPr>
            <a:r>
              <a:rPr lang="en-US"/>
              <a:t>FORD Class CVNs – delivering system now to CVN 79</a:t>
            </a:r>
          </a:p>
          <a:p>
            <a:pPr marL="628650" lvl="1" indent="-171450">
              <a:buFont typeface="Courier New" panose="02070309020205020404" pitchFamily="49" charset="0"/>
              <a:buChar char="o"/>
            </a:pPr>
            <a:r>
              <a:rPr lang="en-US"/>
              <a:t>Back-fit in NIMITZ CVNs (RCOH) – CVN 74 </a:t>
            </a:r>
          </a:p>
          <a:p>
            <a:pPr marL="628650" lvl="1" indent="-171450">
              <a:buFont typeface="Courier New" panose="02070309020205020404" pitchFamily="49" charset="0"/>
              <a:buChar char="o"/>
            </a:pPr>
            <a:r>
              <a:rPr lang="en-US"/>
              <a:t>Back-fit in Flight IIA DDGs (DDG Modernization)</a:t>
            </a:r>
          </a:p>
          <a:p>
            <a:pPr marL="628650" lvl="1" indent="-171450">
              <a:buFont typeface="Courier New" panose="02070309020205020404" pitchFamily="49" charset="0"/>
              <a:buChar char="o"/>
            </a:pPr>
            <a:r>
              <a:rPr lang="en-US"/>
              <a:t>LPD 29+</a:t>
            </a:r>
          </a:p>
          <a:p>
            <a:pPr marL="628650" lvl="1" indent="-171450">
              <a:buFont typeface="Courier New" panose="02070309020205020404" pitchFamily="49" charset="0"/>
              <a:buChar char="o"/>
            </a:pPr>
            <a:r>
              <a:rPr lang="en-US"/>
              <a:t>LHA 8+</a:t>
            </a:r>
          </a:p>
          <a:p>
            <a:pPr marL="628650" lvl="1" indent="-171450">
              <a:buFont typeface="Courier New" panose="02070309020205020404" pitchFamily="49" charset="0"/>
              <a:buChar char="o"/>
            </a:pPr>
            <a:r>
              <a:rPr lang="en-US"/>
              <a:t>CONSTELLATION Class FFGs</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10"/>
          </p:nvPr>
        </p:nvSpPr>
        <p:spPr/>
        <p:txBody>
          <a:bodyPr/>
          <a:lstStyle/>
          <a:p>
            <a:fld id="{D47897E0-CF65-4AE7-99B4-A2CCABB321EA}" type="slidenum">
              <a:rPr lang="en-US" smtClean="0"/>
              <a:t>2</a:t>
            </a:fld>
            <a:endParaRPr lang="en-US"/>
          </a:p>
        </p:txBody>
      </p:sp>
    </p:spTree>
    <p:extLst>
      <p:ext uri="{BB962C8B-B14F-4D97-AF65-F5344CB8AC3E}">
        <p14:creationId xmlns:p14="http://schemas.microsoft.com/office/powerpoint/2010/main" val="2043892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Footer Placeholder 3" hidden="1"/>
          <p:cNvSpPr>
            <a:spLocks noGrp="1"/>
          </p:cNvSpPr>
          <p:nvPr>
            <p:ph type="ftr" sz="quarter" idx="10"/>
          </p:nvPr>
        </p:nvSpPr>
        <p:spPr>
          <a:xfrm>
            <a:off x="0" y="8774668"/>
            <a:ext cx="6858000" cy="3693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AF3A09-0EB5-429E-B7D0-FB28A7726D23}"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7930221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76081B0-0670-476A-A3DD-4C4920986580}"/>
              </a:ext>
            </a:extLst>
          </p:cNvPr>
          <p:cNvSpPr/>
          <p:nvPr userDrawn="1"/>
        </p:nvSpPr>
        <p:spPr>
          <a:xfrm>
            <a:off x="0" y="0"/>
            <a:ext cx="12192000" cy="6858000"/>
          </a:xfrm>
          <a:prstGeom prst="rect">
            <a:avLst/>
          </a:prstGeom>
          <a:gradFill>
            <a:gsLst>
              <a:gs pos="0">
                <a:srgbClr val="37376D"/>
              </a:gs>
              <a:gs pos="100000">
                <a:schemeClr val="tx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ABCA968A-0F49-40C6-8A0B-323D3DC03648}"/>
              </a:ext>
            </a:extLst>
          </p:cNvPr>
          <p:cNvSpPr>
            <a:spLocks noGrp="1"/>
          </p:cNvSpPr>
          <p:nvPr>
            <p:ph type="title"/>
          </p:nvPr>
        </p:nvSpPr>
        <p:spPr>
          <a:xfrm>
            <a:off x="560506" y="1600200"/>
            <a:ext cx="11631495" cy="461665"/>
          </a:xfrm>
          <a:prstGeom prst="rect">
            <a:avLst/>
          </a:prstGeom>
        </p:spPr>
        <p:txBody>
          <a:bodyPr lIns="0" tIns="0" rIns="365760" bIns="0" anchor="b" anchorCtr="0"/>
          <a:lstStyle>
            <a:lvl1pPr algn="r">
              <a:defRPr sz="3600">
                <a:solidFill>
                  <a:schemeClr val="bg1"/>
                </a:solidFill>
                <a:effectLst>
                  <a:outerShdw blurRad="38100" dist="38100" dir="2700000" algn="tl">
                    <a:srgbClr val="000000">
                      <a:alpha val="43137"/>
                    </a:srgbClr>
                  </a:outerShdw>
                </a:effectLst>
              </a:defRPr>
            </a:lvl1pPr>
          </a:lstStyle>
          <a:p>
            <a:r>
              <a:rPr lang="en-US"/>
              <a:t>Click to edit Master title style</a:t>
            </a:r>
          </a:p>
        </p:txBody>
      </p:sp>
      <p:sp>
        <p:nvSpPr>
          <p:cNvPr id="19" name="Text Placeholder 18">
            <a:extLst>
              <a:ext uri="{FF2B5EF4-FFF2-40B4-BE49-F238E27FC236}">
                <a16:creationId xmlns:a16="http://schemas.microsoft.com/office/drawing/2014/main" id="{976A77B7-110B-4A79-A8EE-359DA7707788}"/>
              </a:ext>
            </a:extLst>
          </p:cNvPr>
          <p:cNvSpPr>
            <a:spLocks noGrp="1"/>
          </p:cNvSpPr>
          <p:nvPr>
            <p:ph type="body" sz="quarter" idx="10" hasCustomPrompt="1"/>
          </p:nvPr>
        </p:nvSpPr>
        <p:spPr>
          <a:xfrm>
            <a:off x="560506" y="2199878"/>
            <a:ext cx="11631495" cy="307777"/>
          </a:xfrm>
          <a:prstGeom prst="rect">
            <a:avLst/>
          </a:prstGeom>
        </p:spPr>
        <p:txBody>
          <a:bodyPr wrap="square" lIns="0" tIns="0" rIns="365760" bIns="0">
            <a:spAutoFit/>
          </a:bodyPr>
          <a:lstStyle>
            <a:lvl1pPr marL="0" indent="0" algn="r">
              <a:buFontTx/>
              <a:buNone/>
              <a:defRPr b="1" i="1">
                <a:solidFill>
                  <a:schemeClr val="bg1"/>
                </a:solidFill>
              </a:defRPr>
            </a:lvl1pPr>
            <a:lvl2pPr marL="457200" indent="0" algn="r">
              <a:buFontTx/>
              <a:buNone/>
              <a:defRPr/>
            </a:lvl2pPr>
            <a:lvl3pPr marL="914400" indent="0" algn="r">
              <a:buFontTx/>
              <a:buNone/>
              <a:defRPr/>
            </a:lvl3pPr>
            <a:lvl4pPr marL="1371600" indent="0" algn="r">
              <a:buFontTx/>
              <a:buNone/>
              <a:defRPr/>
            </a:lvl4pPr>
            <a:lvl5pPr marL="1828800" indent="0" algn="r">
              <a:buFontTx/>
              <a:buNone/>
              <a:defRPr/>
            </a:lvl5pPr>
          </a:lstStyle>
          <a:p>
            <a:pPr lvl="0"/>
            <a:r>
              <a:rPr lang="en-US"/>
              <a:t>Sub text</a:t>
            </a:r>
          </a:p>
        </p:txBody>
      </p:sp>
      <p:pic>
        <p:nvPicPr>
          <p:cNvPr id="16" name="Picture 15">
            <a:extLst>
              <a:ext uri="{FF2B5EF4-FFF2-40B4-BE49-F238E27FC236}">
                <a16:creationId xmlns:a16="http://schemas.microsoft.com/office/drawing/2014/main" id="{EC314D54-A520-494E-80E8-B0B9BF78209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0624" y="601352"/>
            <a:ext cx="2800096" cy="2964808"/>
          </a:xfrm>
          <a:prstGeom prst="rect">
            <a:avLst/>
          </a:prstGeom>
        </p:spPr>
      </p:pic>
      <p:sp>
        <p:nvSpPr>
          <p:cNvPr id="10" name="Rectangle 9">
            <a:extLst>
              <a:ext uri="{FF2B5EF4-FFF2-40B4-BE49-F238E27FC236}">
                <a16:creationId xmlns:a16="http://schemas.microsoft.com/office/drawing/2014/main" id="{59324004-69D1-4E0B-8446-1B153DFAA7BA}"/>
              </a:ext>
            </a:extLst>
          </p:cNvPr>
          <p:cNvSpPr/>
          <p:nvPr userDrawn="1"/>
        </p:nvSpPr>
        <p:spPr>
          <a:xfrm>
            <a:off x="1" y="6627303"/>
            <a:ext cx="12191999" cy="230697"/>
          </a:xfrm>
          <a:prstGeom prst="rect">
            <a:avLst/>
          </a:prstGeom>
          <a:gradFill flip="none" rotWithShape="1">
            <a:gsLst>
              <a:gs pos="0">
                <a:schemeClr val="accent1"/>
              </a:gs>
              <a:gs pos="33000">
                <a:srgbClr val="18406C"/>
              </a:gs>
              <a:gs pos="100000">
                <a:schemeClr val="tx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Text Box 9">
            <a:extLst>
              <a:ext uri="{FF2B5EF4-FFF2-40B4-BE49-F238E27FC236}">
                <a16:creationId xmlns:a16="http://schemas.microsoft.com/office/drawing/2014/main" id="{EE9CC327-96FB-4CE1-80DC-A32546DC22C0}"/>
              </a:ext>
            </a:extLst>
          </p:cNvPr>
          <p:cNvSpPr txBox="1">
            <a:spLocks noChangeArrowheads="1"/>
          </p:cNvSpPr>
          <p:nvPr userDrawn="1"/>
        </p:nvSpPr>
        <p:spPr bwMode="auto">
          <a:xfrm>
            <a:off x="71719" y="6677494"/>
            <a:ext cx="1016000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fontAlgn="base" hangingPunct="1">
              <a:spcBef>
                <a:spcPct val="50000"/>
              </a:spcBef>
              <a:spcAft>
                <a:spcPct val="0"/>
              </a:spcAft>
            </a:pPr>
            <a:r>
              <a:rPr lang="en-US" sz="800" b="1">
                <a:solidFill>
                  <a:schemeClr val="accent2"/>
                </a:solidFill>
              </a:rPr>
              <a:t>DISTRIBUTION A</a:t>
            </a:r>
            <a:r>
              <a:rPr lang="en-US" sz="800" b="0">
                <a:solidFill>
                  <a:schemeClr val="accent2"/>
                </a:solidFill>
              </a:rPr>
              <a:t>:  Approved for public release; distribution unlimited</a:t>
            </a:r>
            <a:endParaRPr lang="en-US" sz="800" b="1">
              <a:solidFill>
                <a:srgbClr val="FF0000"/>
              </a:solidFill>
            </a:endParaRPr>
          </a:p>
        </p:txBody>
      </p:sp>
      <p:pic>
        <p:nvPicPr>
          <p:cNvPr id="11" name="Picture 10"/>
          <p:cNvPicPr>
            <a:picLocks noChangeAspect="1"/>
          </p:cNvPicPr>
          <p:nvPr userDrawn="1"/>
        </p:nvPicPr>
        <p:blipFill rotWithShape="1">
          <a:blip r:embed="rId3" cstate="screen">
            <a:extLst>
              <a:ext uri="{28A0092B-C50C-407E-A947-70E740481C1C}">
                <a14:useLocalDpi xmlns:a14="http://schemas.microsoft.com/office/drawing/2010/main"/>
              </a:ext>
            </a:extLst>
          </a:blip>
          <a:srcRect b="11092"/>
          <a:stretch/>
        </p:blipFill>
        <p:spPr>
          <a:xfrm>
            <a:off x="534906" y="3162127"/>
            <a:ext cx="6782672" cy="3460336"/>
          </a:xfrm>
          <a:prstGeom prst="rect">
            <a:avLst/>
          </a:prstGeom>
        </p:spPr>
      </p:pic>
    </p:spTree>
    <p:extLst>
      <p:ext uri="{BB962C8B-B14F-4D97-AF65-F5344CB8AC3E}">
        <p14:creationId xmlns:p14="http://schemas.microsoft.com/office/powerpoint/2010/main" val="396560014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dy">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1" y="1"/>
            <a:ext cx="10972801" cy="1003142"/>
          </a:xfrm>
          <a:prstGeom prst="rect">
            <a:avLst/>
          </a:prstGeom>
        </p:spPr>
        <p:txBody>
          <a:bodyPr wrap="square" rIns="457200" anchor="ctr" anchorCtr="0">
            <a:noAutofit/>
          </a:bodyPr>
          <a:lstStyle>
            <a:lvl1pPr algn="l">
              <a:lnSpc>
                <a:spcPct val="85000"/>
              </a:lnSpc>
              <a:defRPr sz="3000">
                <a:solidFill>
                  <a:schemeClr val="bg1"/>
                </a:solidFill>
                <a:effectLst>
                  <a:outerShdw blurRad="38100" dist="38100" dir="2700000" algn="tl">
                    <a:srgbClr val="000000">
                      <a:alpha val="43137"/>
                    </a:srgbClr>
                  </a:outerShdw>
                </a:effectLst>
                <a:latin typeface="+mj-lt"/>
              </a:defRPr>
            </a:lvl1pPr>
          </a:lstStyle>
          <a:p>
            <a:r>
              <a:rPr lang="en-US"/>
              <a:t>Click to edit Master title style</a:t>
            </a:r>
          </a:p>
        </p:txBody>
      </p:sp>
      <p:sp>
        <p:nvSpPr>
          <p:cNvPr id="4" name="Rectangle 4"/>
          <p:cNvSpPr>
            <a:spLocks noGrp="1" noChangeArrowheads="1"/>
          </p:cNvSpPr>
          <p:nvPr>
            <p:ph idx="1"/>
          </p:nvPr>
        </p:nvSpPr>
        <p:spPr bwMode="auto">
          <a:xfrm>
            <a:off x="564110" y="1173708"/>
            <a:ext cx="11081980" cy="4992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7013" indent="-227013">
              <a:spcBef>
                <a:spcPts val="0"/>
              </a:spcBef>
              <a:spcAft>
                <a:spcPts val="600"/>
              </a:spcAft>
              <a:buClr>
                <a:schemeClr val="accent5">
                  <a:lumMod val="75000"/>
                </a:schemeClr>
              </a:buClr>
              <a:buSzPct val="65000"/>
              <a:buFont typeface="Wingdings" panose="05000000000000000000" pitchFamily="2" charset="2"/>
              <a:buChar char=""/>
              <a:defRPr b="1">
                <a:solidFill>
                  <a:schemeClr val="tx1"/>
                </a:solidFill>
              </a:defRPr>
            </a:lvl1pPr>
            <a:lvl2pPr marL="573088" indent="-233363">
              <a:spcBef>
                <a:spcPts val="0"/>
              </a:spcBef>
              <a:spcAft>
                <a:spcPts val="400"/>
              </a:spcAft>
              <a:buClr>
                <a:schemeClr val="accent5">
                  <a:lumMod val="75000"/>
                </a:schemeClr>
              </a:buClr>
              <a:buSzPct val="65000"/>
              <a:buFont typeface="Wingdings" panose="05000000000000000000" pitchFamily="2" charset="2"/>
              <a:buChar char="¡"/>
              <a:defRPr sz="1800">
                <a:solidFill>
                  <a:schemeClr val="tx1"/>
                </a:solidFill>
              </a:defRPr>
            </a:lvl2pPr>
            <a:lvl3pPr marL="914400" indent="-228600">
              <a:spcBef>
                <a:spcPts val="0"/>
              </a:spcBef>
              <a:spcAft>
                <a:spcPts val="400"/>
              </a:spcAft>
              <a:buClr>
                <a:schemeClr val="accent5">
                  <a:lumMod val="75000"/>
                </a:schemeClr>
              </a:buClr>
              <a:buFont typeface="Wingdings" panose="05000000000000000000" pitchFamily="2" charset="2"/>
              <a:buChar char=""/>
              <a:defRPr sz="1600">
                <a:solidFill>
                  <a:schemeClr val="tx1"/>
                </a:solidFill>
              </a:defRPr>
            </a:lvl3pPr>
            <a:lvl4pPr marL="1254125" indent="-227013">
              <a:spcBef>
                <a:spcPts val="0"/>
              </a:spcBef>
              <a:spcAft>
                <a:spcPts val="400"/>
              </a:spcAft>
              <a:buClr>
                <a:schemeClr val="accent5">
                  <a:lumMod val="75000"/>
                </a:schemeClr>
              </a:buClr>
              <a:buFont typeface="Wingdings" panose="05000000000000000000" pitchFamily="2" charset="2"/>
              <a:buChar char=""/>
              <a:defRPr sz="1400">
                <a:solidFill>
                  <a:schemeClr val="tx1"/>
                </a:solidFill>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951116146"/>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PEO IWS 2 title only">
    <p:bg>
      <p:bgPr>
        <a:solidFill>
          <a:srgbClr val="FFFFFF"/>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7ED087D-78C6-41A4-B3EF-94974620E601}"/>
              </a:ext>
            </a:extLst>
          </p:cNvPr>
          <p:cNvSpPr>
            <a:spLocks noGrp="1"/>
          </p:cNvSpPr>
          <p:nvPr>
            <p:ph type="title"/>
          </p:nvPr>
        </p:nvSpPr>
        <p:spPr>
          <a:xfrm>
            <a:off x="1102937" y="0"/>
            <a:ext cx="11089068" cy="1004047"/>
          </a:xfrm>
          <a:prstGeom prst="rect">
            <a:avLst/>
          </a:prstGeom>
        </p:spPr>
        <p:txBody>
          <a:bodyPr wrap="square" rIns="457200" anchor="ctr" anchorCtr="0">
            <a:noAutofit/>
          </a:bodyPr>
          <a:lstStyle>
            <a:lvl1pPr algn="l">
              <a:lnSpc>
                <a:spcPct val="85000"/>
              </a:lnSpc>
              <a:defRPr sz="2800">
                <a:solidFill>
                  <a:schemeClr val="bg1"/>
                </a:solidFill>
                <a:effectLst>
                  <a:outerShdw blurRad="38100" dist="38100" dir="2700000" algn="tl">
                    <a:srgbClr val="000000">
                      <a:alpha val="43137"/>
                    </a:srgbClr>
                  </a:outerShdw>
                </a:effectLst>
              </a:defRPr>
            </a:lvl1pPr>
          </a:lstStyle>
          <a:p>
            <a:r>
              <a:rPr lang="en-US"/>
              <a:t>Click to edit Master title style</a:t>
            </a:r>
          </a:p>
        </p:txBody>
      </p:sp>
    </p:spTree>
    <p:extLst>
      <p:ext uri="{BB962C8B-B14F-4D97-AF65-F5344CB8AC3E}">
        <p14:creationId xmlns:p14="http://schemas.microsoft.com/office/powerpoint/2010/main" val="3206768366"/>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RTX: Blank">
    <p:spTree>
      <p:nvGrpSpPr>
        <p:cNvPr id="1" name=""/>
        <p:cNvGrpSpPr/>
        <p:nvPr/>
      </p:nvGrpSpPr>
      <p:grpSpPr>
        <a:xfrm>
          <a:off x="0" y="0"/>
          <a:ext cx="0" cy="0"/>
          <a:chOff x="0" y="0"/>
          <a:chExt cx="0" cy="0"/>
        </a:xfrm>
      </p:grpSpPr>
      <p:sp>
        <p:nvSpPr>
          <p:cNvPr id="9" name="Slide number"/>
          <p:cNvSpPr>
            <a:spLocks noGrp="1"/>
          </p:cNvSpPr>
          <p:nvPr>
            <p:ph type="sldNum" sz="quarter" idx="4"/>
          </p:nvPr>
        </p:nvSpPr>
        <p:spPr>
          <a:xfrm>
            <a:off x="10983397" y="6380415"/>
            <a:ext cx="531947" cy="365125"/>
          </a:xfrm>
          <a:prstGeom prst="rect">
            <a:avLst/>
          </a:prstGeom>
        </p:spPr>
        <p:txBody>
          <a:bodyPr vert="horz" lIns="0" tIns="0" rIns="0" bIns="0" rtlCol="0" anchor="t" anchorCtr="0"/>
          <a:lstStyle>
            <a:lvl1pPr algn="r">
              <a:defRPr lang="en-US" sz="1200" kern="1200" smtClean="0">
                <a:solidFill>
                  <a:schemeClr val="tx1">
                    <a:tint val="75000"/>
                  </a:schemeClr>
                </a:solidFill>
                <a:latin typeface="+mn-lt"/>
                <a:ea typeface="+mn-ea"/>
                <a:cs typeface="+mn-cs"/>
              </a:defRPr>
            </a:lvl1pPr>
          </a:lstStyle>
          <a:p>
            <a:fld id="{07165E6F-54ED-4977-A15E-D44BE7238A65}" type="slidenum">
              <a:rPr lang="en-US" smtClean="0"/>
              <a:pPr/>
              <a:t>‹#›</a:t>
            </a:fld>
            <a:endParaRPr lang="en-US" dirty="0"/>
          </a:p>
        </p:txBody>
      </p:sp>
      <p:sp>
        <p:nvSpPr>
          <p:cNvPr id="6" name="Title 5"/>
          <p:cNvSpPr>
            <a:spLocks noGrp="1"/>
          </p:cNvSpPr>
          <p:nvPr>
            <p:ph type="title" hasCustomPrompt="1"/>
          </p:nvPr>
        </p:nvSpPr>
        <p:spPr>
          <a:xfrm>
            <a:off x="694944" y="466348"/>
            <a:ext cx="10811256" cy="676653"/>
          </a:xfrm>
          <a:prstGeom prst="rect">
            <a:avLst/>
          </a:prstGeom>
        </p:spPr>
        <p:txBody>
          <a:bodyPr/>
          <a:lstStyle>
            <a:lvl1pPr>
              <a:lnSpc>
                <a:spcPct val="80000"/>
              </a:lnSpc>
              <a:defRPr/>
            </a:lvl1pPr>
          </a:lstStyle>
          <a:p>
            <a:r>
              <a:rPr lang="en-US" dirty="0" smtClean="0"/>
              <a:t>Title. 32 pt. black. Bold. Sentence case. Two lines max.</a:t>
            </a:r>
          </a:p>
        </p:txBody>
      </p:sp>
      <p:sp>
        <p:nvSpPr>
          <p:cNvPr id="4" name="Takeaway bar"/>
          <p:cNvSpPr>
            <a:spLocks noGrp="1"/>
          </p:cNvSpPr>
          <p:nvPr>
            <p:ph type="body" sz="quarter" idx="15" hasCustomPrompt="1"/>
          </p:nvPr>
        </p:nvSpPr>
        <p:spPr>
          <a:xfrm>
            <a:off x="694946" y="5945270"/>
            <a:ext cx="10820399" cy="240579"/>
          </a:xfrm>
          <a:solidFill>
            <a:schemeClr val="accent1"/>
          </a:solidFill>
        </p:spPr>
        <p:txBody>
          <a:bodyPr vert="horz" wrap="square" lIns="621792" tIns="36576" rIns="621792" bIns="36576" rtlCol="0" anchor="b" anchorCtr="0">
            <a:spAutoFit/>
          </a:bodyPr>
          <a:lstStyle>
            <a:lvl1pPr marL="0" indent="0" algn="ctr" defTabSz="0">
              <a:lnSpc>
                <a:spcPts val="1300"/>
              </a:lnSpc>
              <a:spcBef>
                <a:spcPts val="0"/>
              </a:spcBef>
              <a:buFontTx/>
              <a:buNone/>
              <a:defRPr lang="en-US" sz="1200" b="1" dirty="0">
                <a:solidFill>
                  <a:schemeClr val="bg1"/>
                </a:solidFill>
                <a:latin typeface="Arial" panose="020B0604020202020204" pitchFamily="34" charset="0"/>
                <a:ea typeface="+mj-ea"/>
                <a:cs typeface="Arial" panose="020B0604020202020204" pitchFamily="34" charset="0"/>
              </a:defRPr>
            </a:lvl1pPr>
          </a:lstStyle>
          <a:p>
            <a:pPr marL="0" lvl="0" indent="0" algn="ctr">
              <a:buNone/>
            </a:pPr>
            <a:r>
              <a:rPr lang="en-US" dirty="0" smtClean="0"/>
              <a:t>Optional takeaway bar. White. Bold. 12 pt. Centered. Sentence case.</a:t>
            </a:r>
            <a:endParaRPr lang="en-US" dirty="0"/>
          </a:p>
        </p:txBody>
      </p:sp>
    </p:spTree>
    <p:extLst>
      <p:ext uri="{BB962C8B-B14F-4D97-AF65-F5344CB8AC3E}">
        <p14:creationId xmlns:p14="http://schemas.microsoft.com/office/powerpoint/2010/main" val="191591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479EB1D-2668-4720-8270-90736E9E9B76}"/>
              </a:ext>
            </a:extLst>
          </p:cNvPr>
          <p:cNvGrpSpPr/>
          <p:nvPr userDrawn="1"/>
        </p:nvGrpSpPr>
        <p:grpSpPr>
          <a:xfrm>
            <a:off x="0" y="18336"/>
            <a:ext cx="12191999" cy="900213"/>
            <a:chOff x="0" y="-135"/>
            <a:chExt cx="9144000" cy="679704"/>
          </a:xfrm>
        </p:grpSpPr>
        <p:pic>
          <p:nvPicPr>
            <p:cNvPr id="10" name="Picture 9">
              <a:extLst>
                <a:ext uri="{FF2B5EF4-FFF2-40B4-BE49-F238E27FC236}">
                  <a16:creationId xmlns:a16="http://schemas.microsoft.com/office/drawing/2014/main" id="{C3A376A0-48F4-491B-A06D-3DADFE245246}"/>
                </a:ext>
              </a:extLst>
            </p:cNvPr>
            <p:cNvPicPr>
              <a:picLocks noChangeAspect="1"/>
            </p:cNvPicPr>
            <p:nvPr userDrawn="1"/>
          </p:nvPicPr>
          <p:blipFill rotWithShape="1">
            <a:blip r:embed="rId6" cstate="print">
              <a:duotone>
                <a:prstClr val="black"/>
                <a:schemeClr val="accent1">
                  <a:tint val="45000"/>
                  <a:satMod val="400000"/>
                </a:schemeClr>
              </a:duotone>
              <a:extLst>
                <a:ext uri="{BEBA8EAE-BF5A-486C-A8C5-ECC9F3942E4B}">
                  <a14:imgProps xmlns:a14="http://schemas.microsoft.com/office/drawing/2010/main">
                    <a14:imgLayer r:embed="rId7">
                      <a14:imgEffect>
                        <a14:brightnessContrast bright="-25000"/>
                      </a14:imgEffect>
                    </a14:imgLayer>
                  </a14:imgProps>
                </a:ext>
                <a:ext uri="{28A0092B-C50C-407E-A947-70E740481C1C}">
                  <a14:useLocalDpi xmlns:a14="http://schemas.microsoft.com/office/drawing/2010/main" val="0"/>
                </a:ext>
              </a:extLst>
            </a:blip>
            <a:srcRect t="49899"/>
            <a:stretch/>
          </p:blipFill>
          <p:spPr>
            <a:xfrm>
              <a:off x="4572000" y="-135"/>
              <a:ext cx="4572000" cy="679704"/>
            </a:xfrm>
            <a:prstGeom prst="rect">
              <a:avLst/>
            </a:prstGeom>
          </p:spPr>
        </p:pic>
        <p:pic>
          <p:nvPicPr>
            <p:cNvPr id="11" name="Picture 10">
              <a:extLst>
                <a:ext uri="{FF2B5EF4-FFF2-40B4-BE49-F238E27FC236}">
                  <a16:creationId xmlns:a16="http://schemas.microsoft.com/office/drawing/2014/main" id="{C055337E-FB57-4E3D-8C4C-B14AAF42AFF8}"/>
                </a:ext>
              </a:extLst>
            </p:cNvPr>
            <p:cNvPicPr>
              <a:picLocks/>
            </p:cNvPicPr>
            <p:nvPr userDrawn="1"/>
          </p:nvPicPr>
          <p:blipFill rotWithShape="1">
            <a:blip r:embed="rId6" cstate="print">
              <a:duotone>
                <a:prstClr val="black"/>
                <a:schemeClr val="accent1">
                  <a:tint val="45000"/>
                  <a:satMod val="400000"/>
                </a:schemeClr>
              </a:duotone>
              <a:extLst>
                <a:ext uri="{BEBA8EAE-BF5A-486C-A8C5-ECC9F3942E4B}">
                  <a14:imgProps xmlns:a14="http://schemas.microsoft.com/office/drawing/2010/main">
                    <a14:imgLayer r:embed="rId7">
                      <a14:imgEffect>
                        <a14:brightnessContrast bright="-25000"/>
                      </a14:imgEffect>
                    </a14:imgLayer>
                  </a14:imgProps>
                </a:ext>
                <a:ext uri="{28A0092B-C50C-407E-A947-70E740481C1C}">
                  <a14:useLocalDpi xmlns:a14="http://schemas.microsoft.com/office/drawing/2010/main" val="0"/>
                </a:ext>
              </a:extLst>
            </a:blip>
            <a:srcRect b="50213"/>
            <a:stretch/>
          </p:blipFill>
          <p:spPr>
            <a:xfrm>
              <a:off x="0" y="-134"/>
              <a:ext cx="4572000" cy="676656"/>
            </a:xfrm>
            <a:prstGeom prst="rect">
              <a:avLst/>
            </a:prstGeom>
          </p:spPr>
        </p:pic>
      </p:grpSp>
      <p:sp>
        <p:nvSpPr>
          <p:cNvPr id="16" name="Rectangle 15">
            <a:extLst>
              <a:ext uri="{FF2B5EF4-FFF2-40B4-BE49-F238E27FC236}">
                <a16:creationId xmlns:a16="http://schemas.microsoft.com/office/drawing/2014/main" id="{59324004-69D1-4E0B-8446-1B153DFAA7BA}"/>
              </a:ext>
            </a:extLst>
          </p:cNvPr>
          <p:cNvSpPr/>
          <p:nvPr userDrawn="1"/>
        </p:nvSpPr>
        <p:spPr>
          <a:xfrm>
            <a:off x="1" y="6627303"/>
            <a:ext cx="12191999" cy="230697"/>
          </a:xfrm>
          <a:prstGeom prst="rect">
            <a:avLst/>
          </a:prstGeom>
          <a:gradFill flip="none" rotWithShape="1">
            <a:gsLst>
              <a:gs pos="0">
                <a:schemeClr val="accent1"/>
              </a:gs>
              <a:gs pos="33000">
                <a:srgbClr val="18406C"/>
              </a:gs>
              <a:gs pos="100000">
                <a:schemeClr val="tx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a:extLst>
              <a:ext uri="{FF2B5EF4-FFF2-40B4-BE49-F238E27FC236}">
                <a16:creationId xmlns:a16="http://schemas.microsoft.com/office/drawing/2014/main" id="{F36B8EA9-F795-4794-87A8-5DB21B8E6022}"/>
              </a:ext>
            </a:extLst>
          </p:cNvPr>
          <p:cNvSpPr/>
          <p:nvPr userDrawn="1"/>
        </p:nvSpPr>
        <p:spPr>
          <a:xfrm>
            <a:off x="-11954" y="933767"/>
            <a:ext cx="12203953" cy="70281"/>
          </a:xfrm>
          <a:prstGeom prst="rect">
            <a:avLst/>
          </a:prstGeom>
          <a:gradFill flip="none" rotWithShape="1">
            <a:gsLst>
              <a:gs pos="0">
                <a:schemeClr val="accent3">
                  <a:shade val="30000"/>
                  <a:satMod val="115000"/>
                </a:schemeClr>
              </a:gs>
              <a:gs pos="50000">
                <a:schemeClr val="accent3">
                  <a:shade val="67500"/>
                  <a:satMod val="115000"/>
                </a:schemeClr>
              </a:gs>
              <a:gs pos="100000">
                <a:schemeClr val="accent3">
                  <a:shade val="100000"/>
                  <a:satMod val="115000"/>
                </a:schemeClr>
              </a:gs>
            </a:gsLst>
            <a:lin ang="162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2" name="Picture 1">
            <a:extLst>
              <a:ext uri="{FF2B5EF4-FFF2-40B4-BE49-F238E27FC236}">
                <a16:creationId xmlns:a16="http://schemas.microsoft.com/office/drawing/2014/main" id="{ED457696-1335-4D4C-8115-F3C51227621A}"/>
              </a:ext>
            </a:extLst>
          </p:cNvPr>
          <p:cNvPicPr>
            <a:picLocks/>
          </p:cNvPicPr>
          <p:nvPr userDrawn="1"/>
        </p:nvPicPr>
        <p:blipFill>
          <a:blip r:embed="rId8" cstate="screen">
            <a:extLst>
              <a:ext uri="{28A0092B-C50C-407E-A947-70E740481C1C}">
                <a14:useLocalDpi xmlns:a14="http://schemas.microsoft.com/office/drawing/2010/main"/>
              </a:ext>
            </a:extLst>
          </a:blip>
          <a:stretch>
            <a:fillRect/>
          </a:stretch>
        </p:blipFill>
        <p:spPr>
          <a:xfrm>
            <a:off x="156053" y="105695"/>
            <a:ext cx="722376" cy="722376"/>
          </a:xfrm>
          <a:prstGeom prst="rect">
            <a:avLst/>
          </a:prstGeom>
          <a:effectLst>
            <a:outerShdw blurRad="50800" dist="38100" dir="5400000" algn="t" rotWithShape="0">
              <a:prstClr val="black">
                <a:alpha val="40000"/>
              </a:prstClr>
            </a:outerShdw>
          </a:effectLst>
        </p:spPr>
      </p:pic>
      <p:sp>
        <p:nvSpPr>
          <p:cNvPr id="6" name="Title Placeholder 5">
            <a:extLst>
              <a:ext uri="{FF2B5EF4-FFF2-40B4-BE49-F238E27FC236}">
                <a16:creationId xmlns:a16="http://schemas.microsoft.com/office/drawing/2014/main" id="{0A1289C4-C69D-41B8-A53B-1A9A71427FD9}"/>
              </a:ext>
            </a:extLst>
          </p:cNvPr>
          <p:cNvSpPr>
            <a:spLocks noGrp="1"/>
          </p:cNvSpPr>
          <p:nvPr>
            <p:ph type="title"/>
          </p:nvPr>
        </p:nvSpPr>
        <p:spPr>
          <a:xfrm>
            <a:off x="1057275" y="-1"/>
            <a:ext cx="10515600" cy="1004047"/>
          </a:xfrm>
          <a:prstGeom prst="rect">
            <a:avLst/>
          </a:prstGeom>
        </p:spPr>
        <p:txBody>
          <a:bodyPr vert="horz" lIns="91440" tIns="45720" rIns="91440" bIns="45720" rtlCol="0" anchor="ctr">
            <a:normAutofit/>
          </a:bodyPr>
          <a:lstStyle/>
          <a:p>
            <a:r>
              <a:rPr lang="en-US"/>
              <a:t>Click to edit Master title style</a:t>
            </a:r>
          </a:p>
        </p:txBody>
      </p:sp>
      <p:sp>
        <p:nvSpPr>
          <p:cNvPr id="7" name="TextBox 6">
            <a:extLst>
              <a:ext uri="{FF2B5EF4-FFF2-40B4-BE49-F238E27FC236}">
                <a16:creationId xmlns:a16="http://schemas.microsoft.com/office/drawing/2014/main" id="{0E2E3866-CA16-4F43-A389-8CA51E57A916}"/>
              </a:ext>
            </a:extLst>
          </p:cNvPr>
          <p:cNvSpPr txBox="1"/>
          <p:nvPr userDrawn="1"/>
        </p:nvSpPr>
        <p:spPr>
          <a:xfrm>
            <a:off x="9944100" y="6627302"/>
            <a:ext cx="2247900" cy="230832"/>
          </a:xfrm>
          <a:prstGeom prst="rect">
            <a:avLst/>
          </a:prstGeom>
          <a:noFill/>
        </p:spPr>
        <p:txBody>
          <a:bodyPr wrap="square" rtlCol="0">
            <a:sp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669AD8"/>
                </a:solidFill>
                <a:effectLst/>
                <a:uLnTx/>
                <a:uFillTx/>
                <a:latin typeface="Arial"/>
                <a:ea typeface="+mn-ea"/>
                <a:cs typeface="Times New Roman" pitchFamily="18" charset="0"/>
              </a:rPr>
              <a:t>APR 2022 | </a:t>
            </a:r>
            <a:fld id="{03A5B0BE-2862-4A3B-B17C-74023F5E667C}" type="slidenum">
              <a:rPr kumimoji="0" lang="en-US" sz="900" b="0" i="0" u="none" strike="noStrike" kern="1200" cap="none" spc="0" normalizeH="0" baseline="0" noProof="0" smtClean="0">
                <a:ln>
                  <a:noFill/>
                </a:ln>
                <a:solidFill>
                  <a:srgbClr val="FFFFFF"/>
                </a:solidFill>
                <a:effectLst/>
                <a:uLnTx/>
                <a:uFillTx/>
                <a:latin typeface="Arial"/>
                <a:ea typeface="+mn-ea"/>
                <a:cs typeface="Times New Roman"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Times New Roman" pitchFamily="18" charset="0"/>
            </a:endParaRPr>
          </a:p>
        </p:txBody>
      </p:sp>
      <p:pic>
        <p:nvPicPr>
          <p:cNvPr id="13" name="Picture 12">
            <a:extLst>
              <a:ext uri="{FF2B5EF4-FFF2-40B4-BE49-F238E27FC236}">
                <a16:creationId xmlns:a16="http://schemas.microsoft.com/office/drawing/2014/main" id="{1025F417-FF6F-45B7-9015-B7EE9783788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1335231" y="105695"/>
            <a:ext cx="682244" cy="722376"/>
          </a:xfrm>
          <a:prstGeom prst="rect">
            <a:avLst/>
          </a:prstGeom>
        </p:spPr>
      </p:pic>
      <p:sp>
        <p:nvSpPr>
          <p:cNvPr id="12" name="Text Box 9">
            <a:extLst>
              <a:ext uri="{FF2B5EF4-FFF2-40B4-BE49-F238E27FC236}">
                <a16:creationId xmlns:a16="http://schemas.microsoft.com/office/drawing/2014/main" id="{EE9CC327-96FB-4CE1-80DC-A32546DC22C0}"/>
              </a:ext>
            </a:extLst>
          </p:cNvPr>
          <p:cNvSpPr txBox="1">
            <a:spLocks noChangeArrowheads="1"/>
          </p:cNvSpPr>
          <p:nvPr userDrawn="1"/>
        </p:nvSpPr>
        <p:spPr bwMode="auto">
          <a:xfrm>
            <a:off x="71719" y="6677494"/>
            <a:ext cx="1016000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fontAlgn="base" hangingPunct="1">
              <a:spcBef>
                <a:spcPct val="50000"/>
              </a:spcBef>
              <a:spcAft>
                <a:spcPct val="0"/>
              </a:spcAft>
            </a:pPr>
            <a:r>
              <a:rPr lang="en-US" sz="800" b="1">
                <a:solidFill>
                  <a:schemeClr val="accent2"/>
                </a:solidFill>
              </a:rPr>
              <a:t>DISTRIBUTION A</a:t>
            </a:r>
            <a:r>
              <a:rPr lang="en-US" sz="800" b="0">
                <a:solidFill>
                  <a:schemeClr val="accent2"/>
                </a:solidFill>
              </a:rPr>
              <a:t>:  Approved for public release; distribution unlimited</a:t>
            </a:r>
            <a:endParaRPr lang="en-US" sz="800" b="1">
              <a:solidFill>
                <a:srgbClr val="FF0000"/>
              </a:solidFill>
            </a:endParaRPr>
          </a:p>
        </p:txBody>
      </p:sp>
    </p:spTree>
    <p:extLst>
      <p:ext uri="{BB962C8B-B14F-4D97-AF65-F5344CB8AC3E}">
        <p14:creationId xmlns:p14="http://schemas.microsoft.com/office/powerpoint/2010/main" val="27782988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9" r:id="rId3"/>
    <p:sldLayoutId id="2147483710" r:id="rId4"/>
  </p:sldLayoutIdLst>
  <p:transition spd="med"/>
  <p:hf hdr="0" ftr="0" dt="0"/>
  <p:txStyles>
    <p:titleStyle>
      <a:lvl1pPr algn="l" rtl="0" eaLnBrk="1" fontAlgn="base" hangingPunct="1">
        <a:spcBef>
          <a:spcPct val="0"/>
        </a:spcBef>
        <a:spcAft>
          <a:spcPct val="0"/>
        </a:spcAft>
        <a:defRPr sz="3000" b="1" i="1">
          <a:solidFill>
            <a:schemeClr val="bg1"/>
          </a:solidFill>
          <a:effectLst>
            <a:outerShdw blurRad="38100" dist="38100" dir="2700000" algn="tl">
              <a:srgbClr val="000000">
                <a:alpha val="43137"/>
              </a:srgbClr>
            </a:outerShdw>
          </a:effectLst>
          <a:latin typeface="+mj-lt"/>
          <a:ea typeface="Verdana" panose="020B0604030504040204" pitchFamily="34" charset="0"/>
          <a:cs typeface="Verdana" panose="020B0604030504040204" pitchFamily="34" charset="0"/>
        </a:defRPr>
      </a:lvl1pPr>
      <a:lvl2pPr algn="ctr" rtl="0" eaLnBrk="1" fontAlgn="base" hangingPunct="1">
        <a:spcBef>
          <a:spcPct val="0"/>
        </a:spcBef>
        <a:spcAft>
          <a:spcPct val="0"/>
        </a:spcAft>
        <a:defRPr sz="3300" b="1" i="1">
          <a:solidFill>
            <a:srgbClr val="003366"/>
          </a:solidFill>
          <a:latin typeface="Arial" pitchFamily="34" charset="0"/>
        </a:defRPr>
      </a:lvl2pPr>
      <a:lvl3pPr algn="ctr" rtl="0" eaLnBrk="1" fontAlgn="base" hangingPunct="1">
        <a:spcBef>
          <a:spcPct val="0"/>
        </a:spcBef>
        <a:spcAft>
          <a:spcPct val="0"/>
        </a:spcAft>
        <a:defRPr sz="3300" b="1" i="1">
          <a:solidFill>
            <a:srgbClr val="003366"/>
          </a:solidFill>
          <a:latin typeface="Arial" pitchFamily="34" charset="0"/>
        </a:defRPr>
      </a:lvl3pPr>
      <a:lvl4pPr algn="ctr" rtl="0" eaLnBrk="1" fontAlgn="base" hangingPunct="1">
        <a:spcBef>
          <a:spcPct val="0"/>
        </a:spcBef>
        <a:spcAft>
          <a:spcPct val="0"/>
        </a:spcAft>
        <a:defRPr sz="3300" b="1" i="1">
          <a:solidFill>
            <a:srgbClr val="003366"/>
          </a:solidFill>
          <a:latin typeface="Arial" pitchFamily="34" charset="0"/>
        </a:defRPr>
      </a:lvl4pPr>
      <a:lvl5pPr algn="ctr" rtl="0" eaLnBrk="1" fontAlgn="base" hangingPunct="1">
        <a:spcBef>
          <a:spcPct val="0"/>
        </a:spcBef>
        <a:spcAft>
          <a:spcPct val="0"/>
        </a:spcAft>
        <a:defRPr sz="3300" b="1" i="1">
          <a:solidFill>
            <a:srgbClr val="003366"/>
          </a:solidFill>
          <a:latin typeface="Arial" pitchFamily="34" charset="0"/>
        </a:defRPr>
      </a:lvl5pPr>
      <a:lvl6pPr marL="457200" algn="ctr" rtl="0" eaLnBrk="1" fontAlgn="base" hangingPunct="1">
        <a:spcBef>
          <a:spcPct val="0"/>
        </a:spcBef>
        <a:spcAft>
          <a:spcPct val="0"/>
        </a:spcAft>
        <a:defRPr sz="3300" b="1" i="1">
          <a:solidFill>
            <a:srgbClr val="003366"/>
          </a:solidFill>
          <a:latin typeface="Arial" pitchFamily="34" charset="0"/>
        </a:defRPr>
      </a:lvl6pPr>
      <a:lvl7pPr marL="914400" algn="ctr" rtl="0" eaLnBrk="1" fontAlgn="base" hangingPunct="1">
        <a:spcBef>
          <a:spcPct val="0"/>
        </a:spcBef>
        <a:spcAft>
          <a:spcPct val="0"/>
        </a:spcAft>
        <a:defRPr sz="3300" b="1" i="1">
          <a:solidFill>
            <a:srgbClr val="003366"/>
          </a:solidFill>
          <a:latin typeface="Arial" pitchFamily="34" charset="0"/>
        </a:defRPr>
      </a:lvl7pPr>
      <a:lvl8pPr marL="1371600" algn="ctr" rtl="0" eaLnBrk="1" fontAlgn="base" hangingPunct="1">
        <a:spcBef>
          <a:spcPct val="0"/>
        </a:spcBef>
        <a:spcAft>
          <a:spcPct val="0"/>
        </a:spcAft>
        <a:defRPr sz="3300" b="1" i="1">
          <a:solidFill>
            <a:srgbClr val="003366"/>
          </a:solidFill>
          <a:latin typeface="Arial" pitchFamily="34" charset="0"/>
        </a:defRPr>
      </a:lvl8pPr>
      <a:lvl9pPr marL="1828800" algn="ctr" rtl="0" eaLnBrk="1" fontAlgn="base" hangingPunct="1">
        <a:spcBef>
          <a:spcPct val="0"/>
        </a:spcBef>
        <a:spcAft>
          <a:spcPct val="0"/>
        </a:spcAft>
        <a:defRPr sz="3300" b="1" i="1">
          <a:solidFill>
            <a:srgbClr val="003366"/>
          </a:solidFill>
          <a:latin typeface="Arial" pitchFamily="34" charset="0"/>
        </a:defRPr>
      </a:lvl9pPr>
    </p:titleStyle>
    <p:bodyStyle>
      <a:lvl1pPr marL="342900" indent="-342900" algn="l" rtl="0" eaLnBrk="1" fontAlgn="base" hangingPunct="1">
        <a:spcBef>
          <a:spcPts val="240"/>
        </a:spcBef>
        <a:spcAft>
          <a:spcPct val="0"/>
        </a:spcAft>
        <a:buClr>
          <a:srgbClr val="B28300"/>
        </a:buClr>
        <a:buSzPct val="85000"/>
        <a:buFont typeface="Wingdings" pitchFamily="2" charset="2"/>
        <a:buChar char="n"/>
        <a:defRPr sz="2000">
          <a:solidFill>
            <a:schemeClr val="bg1">
              <a:lumMod val="25000"/>
            </a:schemeClr>
          </a:solidFill>
          <a:latin typeface="+mn-lt"/>
          <a:ea typeface="+mn-ea"/>
          <a:cs typeface="+mn-cs"/>
        </a:defRPr>
      </a:lvl1pPr>
      <a:lvl2pPr marL="742950" indent="-285750" algn="l" rtl="0" eaLnBrk="1" fontAlgn="base" hangingPunct="1">
        <a:spcBef>
          <a:spcPct val="20000"/>
        </a:spcBef>
        <a:spcAft>
          <a:spcPct val="0"/>
        </a:spcAft>
        <a:buClr>
          <a:srgbClr val="B28300"/>
        </a:buClr>
        <a:buSzPct val="75000"/>
        <a:buFont typeface="Wingdings" pitchFamily="2" charset="2"/>
        <a:buChar char="¨"/>
        <a:defRPr sz="1600">
          <a:solidFill>
            <a:schemeClr val="bg1">
              <a:lumMod val="25000"/>
            </a:schemeClr>
          </a:solidFill>
          <a:latin typeface="+mn-lt"/>
        </a:defRPr>
      </a:lvl2pPr>
      <a:lvl3pPr marL="1143000" indent="-228600" algn="l" rtl="0" eaLnBrk="1" fontAlgn="base" hangingPunct="1">
        <a:spcBef>
          <a:spcPts val="240"/>
        </a:spcBef>
        <a:spcAft>
          <a:spcPct val="0"/>
        </a:spcAft>
        <a:buClr>
          <a:srgbClr val="B28300"/>
        </a:buClr>
        <a:buSzPct val="65000"/>
        <a:buFont typeface="Wingdings" pitchFamily="2" charset="2"/>
        <a:buChar char="n"/>
        <a:defRPr sz="1400">
          <a:solidFill>
            <a:schemeClr val="bg1">
              <a:lumMod val="25000"/>
            </a:schemeClr>
          </a:solidFill>
          <a:latin typeface="+mn-lt"/>
        </a:defRPr>
      </a:lvl3pPr>
      <a:lvl4pPr marL="1600200" indent="-228600" algn="l" rtl="0" eaLnBrk="1" fontAlgn="base" hangingPunct="1">
        <a:spcBef>
          <a:spcPts val="240"/>
        </a:spcBef>
        <a:spcAft>
          <a:spcPct val="0"/>
        </a:spcAft>
        <a:buClr>
          <a:srgbClr val="B28300"/>
        </a:buClr>
        <a:buSzPct val="75000"/>
        <a:buFont typeface="Arial" panose="020B0604020202020204" pitchFamily="34" charset="0"/>
        <a:buChar char="–"/>
        <a:defRPr sz="1400">
          <a:solidFill>
            <a:schemeClr val="bg1">
              <a:lumMod val="25000"/>
            </a:schemeClr>
          </a:solidFill>
          <a:latin typeface="+mn-lt"/>
        </a:defRPr>
      </a:lvl4pPr>
      <a:lvl5pPr marL="2057400" indent="-228600" algn="l" rtl="0" eaLnBrk="1" fontAlgn="base" hangingPunct="1">
        <a:spcBef>
          <a:spcPct val="20000"/>
        </a:spcBef>
        <a:spcAft>
          <a:spcPct val="0"/>
        </a:spcAft>
        <a:buClr>
          <a:srgbClr val="666666"/>
        </a:buClr>
        <a:buFont typeface="Wingdings" pitchFamily="2" charset="2"/>
        <a:buChar char="§"/>
        <a:defRPr sz="1400">
          <a:solidFill>
            <a:schemeClr val="tx1"/>
          </a:solidFill>
          <a:latin typeface="+mn-lt"/>
        </a:defRPr>
      </a:lvl5pPr>
      <a:lvl6pPr marL="25146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6pPr>
      <a:lvl7pPr marL="29718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7pPr>
      <a:lvl8pPr marL="34290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8pPr>
      <a:lvl9pPr marL="38862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tiff"/><Relationship Id="rId7" Type="http://schemas.microsoft.com/office/2007/relationships/hdphoto" Target="../media/hdphoto3.wdp"/><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11" Type="http://schemas.microsoft.com/office/2007/relationships/hdphoto" Target="../media/hdphoto5.wdp"/><Relationship Id="rId5" Type="http://schemas.microsoft.com/office/2007/relationships/hdphoto" Target="../media/hdphoto2.wdp"/><Relationship Id="rId10" Type="http://schemas.openxmlformats.org/officeDocument/2006/relationships/image" Target="../media/image10.png"/><Relationship Id="rId4" Type="http://schemas.openxmlformats.org/officeDocument/2006/relationships/image" Target="../media/image7.png"/><Relationship Id="rId9" Type="http://schemas.microsoft.com/office/2007/relationships/hdphoto" Target="../media/hdphoto4.wdp"/></Relationships>
</file>

<file path=ppt/slides/_rels/slide3.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tiff"/><Relationship Id="rId18" Type="http://schemas.openxmlformats.org/officeDocument/2006/relationships/image" Target="../media/image39.tiff"/><Relationship Id="rId26" Type="http://schemas.openxmlformats.org/officeDocument/2006/relationships/image" Target="../media/image47.png"/><Relationship Id="rId3" Type="http://schemas.openxmlformats.org/officeDocument/2006/relationships/image" Target="../media/image24.tiff"/><Relationship Id="rId21" Type="http://schemas.openxmlformats.org/officeDocument/2006/relationships/image" Target="../media/image42.tiff"/><Relationship Id="rId7" Type="http://schemas.openxmlformats.org/officeDocument/2006/relationships/image" Target="../media/image28.png"/><Relationship Id="rId12" Type="http://schemas.openxmlformats.org/officeDocument/2006/relationships/image" Target="../media/image33.tiff"/><Relationship Id="rId17" Type="http://schemas.openxmlformats.org/officeDocument/2006/relationships/image" Target="../media/image38.tiff"/><Relationship Id="rId25" Type="http://schemas.openxmlformats.org/officeDocument/2006/relationships/image" Target="../media/image46.png"/><Relationship Id="rId2" Type="http://schemas.openxmlformats.org/officeDocument/2006/relationships/notesSlide" Target="../notesSlides/notesSlide3.xml"/><Relationship Id="rId16" Type="http://schemas.openxmlformats.org/officeDocument/2006/relationships/image" Target="../media/image37.tiff"/><Relationship Id="rId20" Type="http://schemas.openxmlformats.org/officeDocument/2006/relationships/image" Target="../media/image41.tiff"/><Relationship Id="rId29" Type="http://schemas.openxmlformats.org/officeDocument/2006/relationships/image" Target="../media/image50.png"/><Relationship Id="rId1" Type="http://schemas.openxmlformats.org/officeDocument/2006/relationships/slideLayout" Target="../slideLayouts/slideLayout4.xml"/><Relationship Id="rId6" Type="http://schemas.openxmlformats.org/officeDocument/2006/relationships/image" Target="../media/image27.png"/><Relationship Id="rId11" Type="http://schemas.openxmlformats.org/officeDocument/2006/relationships/image" Target="../media/image32.tiff"/><Relationship Id="rId24" Type="http://schemas.openxmlformats.org/officeDocument/2006/relationships/image" Target="../media/image45.png"/><Relationship Id="rId5" Type="http://schemas.openxmlformats.org/officeDocument/2006/relationships/image" Target="../media/image26.jpeg"/><Relationship Id="rId15" Type="http://schemas.openxmlformats.org/officeDocument/2006/relationships/image" Target="../media/image36.tiff"/><Relationship Id="rId23" Type="http://schemas.openxmlformats.org/officeDocument/2006/relationships/image" Target="../media/image44.png"/><Relationship Id="rId28" Type="http://schemas.openxmlformats.org/officeDocument/2006/relationships/image" Target="../media/image49.png"/><Relationship Id="rId10" Type="http://schemas.openxmlformats.org/officeDocument/2006/relationships/image" Target="../media/image31.tiff"/><Relationship Id="rId19" Type="http://schemas.openxmlformats.org/officeDocument/2006/relationships/image" Target="../media/image40.tiff"/><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tiff"/><Relationship Id="rId22" Type="http://schemas.openxmlformats.org/officeDocument/2006/relationships/image" Target="../media/image43.tiff"/><Relationship Id="rId27" Type="http://schemas.openxmlformats.org/officeDocument/2006/relationships/image" Target="../media/image48.png"/></Relationships>
</file>

<file path=ppt/slides/_rels/slide6.xml.rels><?xml version="1.0" encoding="UTF-8" standalone="yes"?>
<Relationships xmlns="http://schemas.openxmlformats.org/package/2006/relationships"><Relationship Id="rId8" Type="http://schemas.openxmlformats.org/officeDocument/2006/relationships/image" Target="../media/image54.png"/><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51.png"/><Relationship Id="rId1" Type="http://schemas.openxmlformats.org/officeDocument/2006/relationships/slideLayout" Target="../slideLayouts/slideLayout3.xml"/><Relationship Id="rId6" Type="http://schemas.openxmlformats.org/officeDocument/2006/relationships/image" Target="../media/image53.png"/><Relationship Id="rId5" Type="http://schemas.microsoft.com/office/2007/relationships/hdphoto" Target="../media/hdphoto7.wdp"/><Relationship Id="rId10" Type="http://schemas.openxmlformats.org/officeDocument/2006/relationships/image" Target="../media/image55.jpeg"/><Relationship Id="rId4" Type="http://schemas.openxmlformats.org/officeDocument/2006/relationships/image" Target="../media/image52.png"/><Relationship Id="rId9" Type="http://schemas.microsoft.com/office/2007/relationships/hdphoto" Target="../media/hdphoto9.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E00B41DE-3A26-436A-86C7-1F9281896085}"/>
              </a:ext>
            </a:extLst>
          </p:cNvPr>
          <p:cNvSpPr txBox="1">
            <a:spLocks/>
          </p:cNvSpPr>
          <p:nvPr/>
        </p:nvSpPr>
        <p:spPr>
          <a:xfrm>
            <a:off x="3488635" y="657921"/>
            <a:ext cx="8332444" cy="1077218"/>
          </a:xfrm>
          <a:prstGeom prst="rect">
            <a:avLst/>
          </a:prstGeom>
          <a:noFill/>
          <a:ln>
            <a:noFill/>
          </a:ln>
          <a:effectLst>
            <a:outerShdw blurRad="63500" sx="102000" sy="102000" algn="ctr" rotWithShape="0">
              <a:prstClr val="black">
                <a:alpha val="40000"/>
              </a:prstClr>
            </a:outerShdw>
          </a:effectLst>
        </p:spPr>
        <p:txBody>
          <a:bodyPr wrap="square" anchor="ctr" anchorCtr="0">
            <a:spAutoFit/>
          </a:bodyPr>
          <a:lstStyle>
            <a:lvl1pPr marL="342900" indent="-342900" algn="l" rtl="0" eaLnBrk="1" fontAlgn="base" hangingPunct="1">
              <a:spcBef>
                <a:spcPct val="20000"/>
              </a:spcBef>
              <a:spcAft>
                <a:spcPct val="0"/>
              </a:spcAft>
              <a:buClr>
                <a:srgbClr val="B28300"/>
              </a:buClr>
              <a:buSzPct val="85000"/>
              <a:buFont typeface="Wingdings" pitchFamily="2" charset="2"/>
              <a:buChar char="n"/>
              <a:defRPr sz="2400">
                <a:solidFill>
                  <a:schemeClr val="tx1"/>
                </a:solidFill>
                <a:latin typeface="+mn-lt"/>
                <a:ea typeface="+mn-ea"/>
                <a:cs typeface="+mn-cs"/>
              </a:defRPr>
            </a:lvl1pPr>
            <a:lvl2pPr marL="742950" indent="-285750" algn="l" rtl="0" eaLnBrk="1" fontAlgn="base" hangingPunct="1">
              <a:spcBef>
                <a:spcPct val="20000"/>
              </a:spcBef>
              <a:spcAft>
                <a:spcPct val="0"/>
              </a:spcAft>
              <a:buClr>
                <a:srgbClr val="B28300"/>
              </a:buClr>
              <a:buSzPct val="75000"/>
              <a:buFont typeface="Wingdings" pitchFamily="2" charset="2"/>
              <a:buChar char="¨"/>
              <a:defRPr sz="2000">
                <a:solidFill>
                  <a:schemeClr val="tx1"/>
                </a:solidFill>
                <a:latin typeface="+mn-lt"/>
              </a:defRPr>
            </a:lvl2pPr>
            <a:lvl3pPr marL="1143000" indent="-228600" algn="l" rtl="0" eaLnBrk="1" fontAlgn="base" hangingPunct="1">
              <a:spcBef>
                <a:spcPct val="20000"/>
              </a:spcBef>
              <a:spcAft>
                <a:spcPct val="0"/>
              </a:spcAft>
              <a:buClr>
                <a:srgbClr val="B28300"/>
              </a:buClr>
              <a:buSzPct val="65000"/>
              <a:buFont typeface="Wingdings" pitchFamily="2" charset="2"/>
              <a:buChar char="n"/>
              <a:defRPr sz="1800">
                <a:solidFill>
                  <a:schemeClr val="tx1"/>
                </a:solidFill>
                <a:latin typeface="+mn-lt"/>
              </a:defRPr>
            </a:lvl3pPr>
            <a:lvl4pPr marL="1600200" indent="-228600" algn="l" rtl="0" eaLnBrk="1" fontAlgn="base" hangingPunct="1">
              <a:spcBef>
                <a:spcPct val="20000"/>
              </a:spcBef>
              <a:spcAft>
                <a:spcPct val="0"/>
              </a:spcAft>
              <a:buClr>
                <a:srgbClr val="B28300"/>
              </a:buClr>
              <a:buSzPct val="75000"/>
              <a:buFont typeface="Arial" panose="020B0604020202020204" pitchFamily="34" charset="0"/>
              <a:buChar char="–"/>
              <a:defRPr sz="1600">
                <a:solidFill>
                  <a:schemeClr val="tx1"/>
                </a:solidFill>
                <a:latin typeface="+mn-lt"/>
              </a:defRPr>
            </a:lvl4pPr>
            <a:lvl5pPr marL="2057400" indent="-228600" algn="l" rtl="0" eaLnBrk="1" fontAlgn="base" hangingPunct="1">
              <a:spcBef>
                <a:spcPct val="20000"/>
              </a:spcBef>
              <a:spcAft>
                <a:spcPct val="0"/>
              </a:spcAft>
              <a:buClr>
                <a:srgbClr val="666666"/>
              </a:buClr>
              <a:buFont typeface="Wingdings" pitchFamily="2" charset="2"/>
              <a:buChar char="§"/>
              <a:defRPr sz="1400">
                <a:solidFill>
                  <a:schemeClr val="tx1"/>
                </a:solidFill>
                <a:latin typeface="+mn-lt"/>
              </a:defRPr>
            </a:lvl5pPr>
            <a:lvl6pPr marL="25146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6pPr>
            <a:lvl7pPr marL="29718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7pPr>
            <a:lvl8pPr marL="34290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8pPr>
            <a:lvl9pPr marL="38862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9pPr>
          </a:lstStyle>
          <a:p>
            <a:pPr marL="0" marR="0" lvl="0" indent="0" algn="ctr" defTabSz="457200" rtl="0" eaLnBrk="1" fontAlgn="base" latinLnBrk="0" hangingPunct="1">
              <a:lnSpc>
                <a:spcPct val="100000"/>
              </a:lnSpc>
              <a:spcBef>
                <a:spcPct val="20000"/>
              </a:spcBef>
              <a:spcAft>
                <a:spcPct val="0"/>
              </a:spcAft>
              <a:buClr>
                <a:srgbClr val="B28300"/>
              </a:buClr>
              <a:buSzPct val="85000"/>
              <a:buFont typeface="Wingdings" pitchFamily="2" charset="2"/>
              <a:buNone/>
              <a:tabLst/>
              <a:defRPr/>
            </a:pPr>
            <a:r>
              <a:rPr kumimoji="0" lang="en-US" sz="3200" b="1" i="1"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a:ea typeface="+mn-ea"/>
                <a:cs typeface="+mn-cs"/>
              </a:rPr>
              <a:t>Above</a:t>
            </a:r>
            <a:r>
              <a:rPr kumimoji="0" lang="en-US" sz="3200" b="1" i="1" u="none" strike="noStrike" kern="1200" cap="none" spc="0" normalizeH="0" noProof="0" dirty="0">
                <a:ln>
                  <a:noFill/>
                </a:ln>
                <a:solidFill>
                  <a:prstClr val="white"/>
                </a:solidFill>
                <a:effectLst>
                  <a:outerShdw blurRad="38100" dist="38100" dir="2700000" algn="tl">
                    <a:srgbClr val="000000">
                      <a:alpha val="43137"/>
                    </a:srgbClr>
                  </a:outerShdw>
                </a:effectLst>
                <a:uLnTx/>
                <a:uFillTx/>
                <a:latin typeface="Arial"/>
                <a:ea typeface="+mn-ea"/>
                <a:cs typeface="+mn-cs"/>
              </a:rPr>
              <a:t> Water Sensors and Lasers</a:t>
            </a:r>
            <a:br>
              <a:rPr kumimoji="0" lang="en-US" sz="3200" b="1" i="1" u="none" strike="noStrike" kern="1200" cap="none" spc="0" normalizeH="0" noProof="0" dirty="0">
                <a:ln>
                  <a:noFill/>
                </a:ln>
                <a:solidFill>
                  <a:prstClr val="white"/>
                </a:solidFill>
                <a:effectLst>
                  <a:outerShdw blurRad="38100" dist="38100" dir="2700000" algn="tl">
                    <a:srgbClr val="000000">
                      <a:alpha val="43137"/>
                    </a:srgbClr>
                  </a:outerShdw>
                </a:effectLst>
                <a:uLnTx/>
                <a:uFillTx/>
                <a:latin typeface="Arial"/>
                <a:ea typeface="+mn-ea"/>
                <a:cs typeface="+mn-cs"/>
              </a:rPr>
            </a:br>
            <a:r>
              <a:rPr kumimoji="0" lang="en-US" sz="3200" b="1" i="1" u="none" strike="noStrike" kern="1200" cap="none" spc="0" normalizeH="0" noProof="0" dirty="0">
                <a:ln>
                  <a:noFill/>
                </a:ln>
                <a:solidFill>
                  <a:prstClr val="white"/>
                </a:solidFill>
                <a:effectLst>
                  <a:outerShdw blurRad="38100" dist="38100" dir="2700000" algn="tl">
                    <a:srgbClr val="000000">
                      <a:alpha val="43137"/>
                    </a:srgbClr>
                  </a:outerShdw>
                </a:effectLst>
                <a:uLnTx/>
                <a:uFillTx/>
                <a:latin typeface="Arial"/>
                <a:ea typeface="+mn-ea"/>
                <a:cs typeface="+mn-cs"/>
              </a:rPr>
              <a:t>(PEO IWS 2.0)</a:t>
            </a:r>
            <a:endParaRPr kumimoji="0" lang="en-US" sz="3200" b="1" i="1"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a:ea typeface="+mn-ea"/>
              <a:cs typeface="+mn-cs"/>
            </a:endParaRPr>
          </a:p>
        </p:txBody>
      </p:sp>
      <p:sp>
        <p:nvSpPr>
          <p:cNvPr id="6" name="Rectangle 5">
            <a:extLst>
              <a:ext uri="{FF2B5EF4-FFF2-40B4-BE49-F238E27FC236}">
                <a16:creationId xmlns:a16="http://schemas.microsoft.com/office/drawing/2014/main" id="{A653A0F0-701A-4A94-BA22-D952A5B85A51}"/>
              </a:ext>
            </a:extLst>
          </p:cNvPr>
          <p:cNvSpPr/>
          <p:nvPr/>
        </p:nvSpPr>
        <p:spPr>
          <a:xfrm>
            <a:off x="3790614" y="2152287"/>
            <a:ext cx="7728486" cy="707886"/>
          </a:xfrm>
          <a:prstGeom prst="rect">
            <a:avLst/>
          </a:prstGeom>
        </p:spPr>
        <p:txBody>
          <a:bodyPr wrap="square">
            <a:spAutoFit/>
          </a:bodyPr>
          <a:lstStyle/>
          <a:p>
            <a:pPr marL="0" marR="0" lvl="0" indent="0" algn="ctr" defTabSz="457200" rtl="0" eaLnBrk="1" fontAlgn="base" latinLnBrk="0" hangingPunct="1">
              <a:lnSpc>
                <a:spcPct val="100000"/>
              </a:lnSpc>
              <a:spcBef>
                <a:spcPts val="2400"/>
              </a:spcBef>
              <a:spcAft>
                <a:spcPts val="600"/>
              </a:spcAft>
              <a:buClr>
                <a:srgbClr val="B28300"/>
              </a:buClr>
              <a:buSzPct val="85000"/>
              <a:buFontTx/>
              <a:buNone/>
              <a:tabLst/>
              <a:defRPr/>
            </a:pPr>
            <a:r>
              <a:rPr kumimoji="0" lang="en-US" sz="4000" b="1" i="1" u="none" strike="noStrike" kern="0" cap="none" spc="0" normalizeH="0" baseline="0" noProof="0" dirty="0" smtClean="0">
                <a:ln>
                  <a:noFill/>
                </a:ln>
                <a:solidFill>
                  <a:srgbClr val="D4AF37"/>
                </a:solidFill>
                <a:effectLst>
                  <a:outerShdw blurRad="38100" dist="38100" dir="2700000" algn="tl">
                    <a:srgbClr val="000000">
                      <a:alpha val="43137"/>
                    </a:srgbClr>
                  </a:outerShdw>
                </a:effectLst>
                <a:uLnTx/>
                <a:uFillTx/>
                <a:latin typeface="Arial"/>
                <a:ea typeface="+mn-ea"/>
                <a:cs typeface="+mn-cs"/>
              </a:rPr>
              <a:t>AN/SPY-6(V)</a:t>
            </a:r>
            <a:r>
              <a:rPr kumimoji="0" lang="en-US" sz="4000" b="1" i="1" u="none" strike="noStrike" kern="0" cap="none" spc="0" normalizeH="0" noProof="0" dirty="0" smtClean="0">
                <a:ln>
                  <a:noFill/>
                </a:ln>
                <a:solidFill>
                  <a:srgbClr val="D4AF37"/>
                </a:solidFill>
                <a:effectLst>
                  <a:outerShdw blurRad="38100" dist="38100" dir="2700000" algn="tl">
                    <a:srgbClr val="000000">
                      <a:alpha val="43137"/>
                    </a:srgbClr>
                  </a:outerShdw>
                </a:effectLst>
                <a:uLnTx/>
                <a:uFillTx/>
                <a:latin typeface="Arial"/>
                <a:ea typeface="+mn-ea"/>
                <a:cs typeface="+mn-cs"/>
              </a:rPr>
              <a:t> Family of Radars</a:t>
            </a:r>
            <a:endParaRPr kumimoji="0" lang="en-US" sz="4000" b="1" i="1" u="none" strike="noStrike" kern="0" cap="none" spc="0" normalizeH="0" baseline="0" noProof="0" dirty="0">
              <a:ln>
                <a:noFill/>
              </a:ln>
              <a:solidFill>
                <a:srgbClr val="D4AF37"/>
              </a:solidFill>
              <a:effectLst>
                <a:outerShdw blurRad="38100" dist="38100" dir="2700000" algn="tl">
                  <a:srgbClr val="000000">
                    <a:alpha val="43137"/>
                  </a:srgbClr>
                </a:outerShdw>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042DEA58-B7D8-439B-8F60-9F13DF3EEC71}"/>
              </a:ext>
            </a:extLst>
          </p:cNvPr>
          <p:cNvCxnSpPr/>
          <p:nvPr/>
        </p:nvCxnSpPr>
        <p:spPr>
          <a:xfrm>
            <a:off x="3507142" y="1887813"/>
            <a:ext cx="8295430" cy="0"/>
          </a:xfrm>
          <a:prstGeom prst="line">
            <a:avLst/>
          </a:prstGeom>
          <a:ln>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 name="Content Placeholder 1">
            <a:extLst>
              <a:ext uri="{FF2B5EF4-FFF2-40B4-BE49-F238E27FC236}">
                <a16:creationId xmlns:a16="http://schemas.microsoft.com/office/drawing/2014/main" id="{E00B41DE-3A26-436A-86C7-1F9281896085}"/>
              </a:ext>
            </a:extLst>
          </p:cNvPr>
          <p:cNvSpPr txBox="1">
            <a:spLocks/>
          </p:cNvSpPr>
          <p:nvPr/>
        </p:nvSpPr>
        <p:spPr>
          <a:xfrm>
            <a:off x="8348870" y="5719915"/>
            <a:ext cx="3694182" cy="461665"/>
          </a:xfrm>
          <a:prstGeom prst="rect">
            <a:avLst/>
          </a:prstGeom>
          <a:noFill/>
          <a:ln>
            <a:noFill/>
          </a:ln>
          <a:effectLst>
            <a:outerShdw blurRad="63500" sx="102000" sy="102000" algn="ctr" rotWithShape="0">
              <a:prstClr val="black">
                <a:alpha val="40000"/>
              </a:prstClr>
            </a:outerShdw>
          </a:effectLst>
        </p:spPr>
        <p:txBody>
          <a:bodyPr wrap="square" anchor="ctr" anchorCtr="0">
            <a:spAutoFit/>
          </a:bodyPr>
          <a:lstStyle>
            <a:lvl1pPr marL="342900" indent="-342900" algn="l" rtl="0" eaLnBrk="1" fontAlgn="base" hangingPunct="1">
              <a:spcBef>
                <a:spcPct val="20000"/>
              </a:spcBef>
              <a:spcAft>
                <a:spcPct val="0"/>
              </a:spcAft>
              <a:buClr>
                <a:srgbClr val="B28300"/>
              </a:buClr>
              <a:buSzPct val="85000"/>
              <a:buFont typeface="Wingdings" pitchFamily="2" charset="2"/>
              <a:buChar char="n"/>
              <a:defRPr sz="2400">
                <a:solidFill>
                  <a:schemeClr val="tx1"/>
                </a:solidFill>
                <a:latin typeface="+mn-lt"/>
                <a:ea typeface="+mn-ea"/>
                <a:cs typeface="+mn-cs"/>
              </a:defRPr>
            </a:lvl1pPr>
            <a:lvl2pPr marL="742950" indent="-285750" algn="l" rtl="0" eaLnBrk="1" fontAlgn="base" hangingPunct="1">
              <a:spcBef>
                <a:spcPct val="20000"/>
              </a:spcBef>
              <a:spcAft>
                <a:spcPct val="0"/>
              </a:spcAft>
              <a:buClr>
                <a:srgbClr val="B28300"/>
              </a:buClr>
              <a:buSzPct val="75000"/>
              <a:buFont typeface="Wingdings" pitchFamily="2" charset="2"/>
              <a:buChar char="¨"/>
              <a:defRPr sz="2000">
                <a:solidFill>
                  <a:schemeClr val="tx1"/>
                </a:solidFill>
                <a:latin typeface="+mn-lt"/>
              </a:defRPr>
            </a:lvl2pPr>
            <a:lvl3pPr marL="1143000" indent="-228600" algn="l" rtl="0" eaLnBrk="1" fontAlgn="base" hangingPunct="1">
              <a:spcBef>
                <a:spcPct val="20000"/>
              </a:spcBef>
              <a:spcAft>
                <a:spcPct val="0"/>
              </a:spcAft>
              <a:buClr>
                <a:srgbClr val="B28300"/>
              </a:buClr>
              <a:buSzPct val="65000"/>
              <a:buFont typeface="Wingdings" pitchFamily="2" charset="2"/>
              <a:buChar char="n"/>
              <a:defRPr sz="1800">
                <a:solidFill>
                  <a:schemeClr val="tx1"/>
                </a:solidFill>
                <a:latin typeface="+mn-lt"/>
              </a:defRPr>
            </a:lvl3pPr>
            <a:lvl4pPr marL="1600200" indent="-228600" algn="l" rtl="0" eaLnBrk="1" fontAlgn="base" hangingPunct="1">
              <a:spcBef>
                <a:spcPct val="20000"/>
              </a:spcBef>
              <a:spcAft>
                <a:spcPct val="0"/>
              </a:spcAft>
              <a:buClr>
                <a:srgbClr val="B28300"/>
              </a:buClr>
              <a:buSzPct val="75000"/>
              <a:buFont typeface="Arial" panose="020B0604020202020204" pitchFamily="34" charset="0"/>
              <a:buChar char="–"/>
              <a:defRPr sz="1600">
                <a:solidFill>
                  <a:schemeClr val="tx1"/>
                </a:solidFill>
                <a:latin typeface="+mn-lt"/>
              </a:defRPr>
            </a:lvl4pPr>
            <a:lvl5pPr marL="2057400" indent="-228600" algn="l" rtl="0" eaLnBrk="1" fontAlgn="base" hangingPunct="1">
              <a:spcBef>
                <a:spcPct val="20000"/>
              </a:spcBef>
              <a:spcAft>
                <a:spcPct val="0"/>
              </a:spcAft>
              <a:buClr>
                <a:srgbClr val="666666"/>
              </a:buClr>
              <a:buFont typeface="Wingdings" pitchFamily="2" charset="2"/>
              <a:buChar char="§"/>
              <a:defRPr sz="1400">
                <a:solidFill>
                  <a:schemeClr val="tx1"/>
                </a:solidFill>
                <a:latin typeface="+mn-lt"/>
              </a:defRPr>
            </a:lvl5pPr>
            <a:lvl6pPr marL="25146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6pPr>
            <a:lvl7pPr marL="29718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7pPr>
            <a:lvl8pPr marL="34290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8pPr>
            <a:lvl9pPr marL="3886200" indent="-228600" algn="l" rtl="0" eaLnBrk="1" fontAlgn="base" hangingPunct="1">
              <a:spcBef>
                <a:spcPct val="20000"/>
              </a:spcBef>
              <a:spcAft>
                <a:spcPct val="0"/>
              </a:spcAft>
              <a:buClr>
                <a:srgbClr val="666666"/>
              </a:buClr>
              <a:buFont typeface="Wingdings" pitchFamily="2" charset="2"/>
              <a:buChar char="§"/>
              <a:defRPr sz="1600">
                <a:solidFill>
                  <a:schemeClr val="tx1"/>
                </a:solidFill>
                <a:latin typeface="+mn-lt"/>
              </a:defRPr>
            </a:lvl9pPr>
          </a:lstStyle>
          <a:p>
            <a:pPr marL="0" marR="0" lvl="0" indent="0" defTabSz="457200" rtl="0" eaLnBrk="1" fontAlgn="base" latinLnBrk="0" hangingPunct="1">
              <a:lnSpc>
                <a:spcPct val="100000"/>
              </a:lnSpc>
              <a:spcBef>
                <a:spcPct val="20000"/>
              </a:spcBef>
              <a:spcAft>
                <a:spcPct val="0"/>
              </a:spcAft>
              <a:buClr>
                <a:srgbClr val="B28300"/>
              </a:buClr>
              <a:buSzPct val="85000"/>
              <a:buFont typeface="Wingdings" pitchFamily="2" charset="2"/>
              <a:buNone/>
              <a:tabLst/>
              <a:defRPr/>
            </a:pPr>
            <a:r>
              <a:rPr kumimoji="0" lang="en-US" b="1" i="1" u="none" strike="noStrike" kern="1200" cap="none" spc="0" normalizeH="0" noProof="0" dirty="0" smtClean="0">
                <a:ln>
                  <a:noFill/>
                </a:ln>
                <a:solidFill>
                  <a:prstClr val="white"/>
                </a:solidFill>
                <a:effectLst>
                  <a:outerShdw blurRad="38100" dist="38100" dir="2700000" algn="tl">
                    <a:srgbClr val="000000">
                      <a:alpha val="43137"/>
                    </a:srgbClr>
                  </a:outerShdw>
                </a:effectLst>
                <a:uLnTx/>
                <a:uFillTx/>
                <a:latin typeface="Arial"/>
                <a:ea typeface="+mn-ea"/>
                <a:cs typeface="+mn-cs"/>
              </a:rPr>
              <a:t>PEO </a:t>
            </a:r>
            <a:r>
              <a:rPr kumimoji="0" lang="en-US" b="1" i="1" u="none" strike="noStrike" kern="1200" cap="none" spc="0" normalizeH="0" noProof="0" dirty="0">
                <a:ln>
                  <a:noFill/>
                </a:ln>
                <a:solidFill>
                  <a:prstClr val="white"/>
                </a:solidFill>
                <a:effectLst>
                  <a:outerShdw blurRad="38100" dist="38100" dir="2700000" algn="tl">
                    <a:srgbClr val="000000">
                      <a:alpha val="43137"/>
                    </a:srgbClr>
                  </a:outerShdw>
                </a:effectLst>
                <a:uLnTx/>
                <a:uFillTx/>
                <a:latin typeface="Arial"/>
                <a:ea typeface="+mn-ea"/>
                <a:cs typeface="+mn-cs"/>
              </a:rPr>
              <a:t>IWS 2.0</a:t>
            </a:r>
          </a:p>
        </p:txBody>
      </p:sp>
    </p:spTree>
    <p:extLst>
      <p:ext uri="{BB962C8B-B14F-4D97-AF65-F5344CB8AC3E}">
        <p14:creationId xmlns:p14="http://schemas.microsoft.com/office/powerpoint/2010/main" val="3599641821"/>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6081B0-0670-476A-A3DD-4C4920986580}"/>
              </a:ext>
            </a:extLst>
          </p:cNvPr>
          <p:cNvSpPr/>
          <p:nvPr/>
        </p:nvSpPr>
        <p:spPr>
          <a:xfrm>
            <a:off x="0" y="993912"/>
            <a:ext cx="12192000" cy="5645427"/>
          </a:xfrm>
          <a:prstGeom prst="rect">
            <a:avLst/>
          </a:prstGeom>
          <a:gradFill>
            <a:gsLst>
              <a:gs pos="0">
                <a:srgbClr val="37376D"/>
              </a:gs>
              <a:gs pos="100000">
                <a:schemeClr val="tx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AN/SPY-6 Family of </a:t>
            </a:r>
            <a:r>
              <a:rPr lang="en-US" dirty="0" smtClean="0"/>
              <a:t>Radars Overview</a:t>
            </a:r>
            <a:endParaRPr lang="en-US" dirty="0"/>
          </a:p>
        </p:txBody>
      </p:sp>
      <p:pic>
        <p:nvPicPr>
          <p:cNvPr id="21" name="Picture 3" descr="C:\D Drive\01 Program Data Files\AMDR\Graphics\Best TIfs &amp; Pics\Array face 2 skew.tif"/>
          <p:cNvPicPr>
            <a:picLocks noChangeAspect="1" noChangeArrowheads="1"/>
          </p:cNvPicPr>
          <p:nvPr/>
        </p:nvPicPr>
        <p:blipFill>
          <a:blip r:embed="rId3" cstate="email">
            <a:duotone>
              <a:prstClr val="black"/>
              <a:schemeClr val="bg1">
                <a:lumMod val="95000"/>
                <a:tint val="45000"/>
                <a:satMod val="400000"/>
              </a:schemeClr>
            </a:duotone>
            <a:extLst>
              <a:ext uri="{28A0092B-C50C-407E-A947-70E740481C1C}">
                <a14:useLocalDpi xmlns:a14="http://schemas.microsoft.com/office/drawing/2010/main"/>
              </a:ext>
            </a:extLst>
          </a:blip>
          <a:srcRect/>
          <a:stretch>
            <a:fillRect/>
          </a:stretch>
        </p:blipFill>
        <p:spPr bwMode="auto">
          <a:xfrm>
            <a:off x="5721095" y="1619020"/>
            <a:ext cx="1939249" cy="18359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4" name="Picture 3" descr="C:\D Drive\01 Program Data Files\AMDR\Graphics\Best TIfs &amp; Pics\Array face 2 skew.tif"/>
          <p:cNvPicPr>
            <a:picLocks noChangeAspect="1" noChangeArrowheads="1"/>
          </p:cNvPicPr>
          <p:nvPr/>
        </p:nvPicPr>
        <p:blipFill>
          <a:blip r:embed="rId3" cstate="email">
            <a:duotone>
              <a:prstClr val="black"/>
              <a:schemeClr val="bg1">
                <a:lumMod val="95000"/>
                <a:tint val="45000"/>
                <a:satMod val="400000"/>
              </a:schemeClr>
            </a:duotone>
            <a:extLst>
              <a:ext uri="{28A0092B-C50C-407E-A947-70E740481C1C}">
                <a14:useLocalDpi xmlns:a14="http://schemas.microsoft.com/office/drawing/2010/main"/>
              </a:ext>
            </a:extLst>
          </a:blip>
          <a:srcRect/>
          <a:stretch>
            <a:fillRect/>
          </a:stretch>
        </p:blipFill>
        <p:spPr bwMode="auto">
          <a:xfrm>
            <a:off x="5386770" y="1627583"/>
            <a:ext cx="1939249" cy="18359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5" name="Picture 3" descr="C:\D Drive\01 Program Data Files\AMDR\Graphics\Best TIfs &amp; Pics\Array face 2 skew.tif"/>
          <p:cNvPicPr>
            <a:picLocks noChangeAspect="1" noChangeArrowheads="1"/>
          </p:cNvPicPr>
          <p:nvPr/>
        </p:nvPicPr>
        <p:blipFill>
          <a:blip r:embed="rId3" cstate="email">
            <a:duotone>
              <a:prstClr val="black"/>
              <a:schemeClr val="bg1">
                <a:lumMod val="95000"/>
                <a:tint val="45000"/>
                <a:satMod val="400000"/>
              </a:schemeClr>
            </a:duotone>
            <a:extLst>
              <a:ext uri="{28A0092B-C50C-407E-A947-70E740481C1C}">
                <a14:useLocalDpi xmlns:a14="http://schemas.microsoft.com/office/drawing/2010/main"/>
              </a:ext>
            </a:extLst>
          </a:blip>
          <a:srcRect/>
          <a:stretch>
            <a:fillRect/>
          </a:stretch>
        </p:blipFill>
        <p:spPr bwMode="auto">
          <a:xfrm>
            <a:off x="4910836" y="1627583"/>
            <a:ext cx="1939249" cy="18359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6" name="Picture 3" descr="C:\D Drive\01 Program Data Files\AMDR\Graphics\Best TIfs &amp; Pics\Array face 2 skew.tif"/>
          <p:cNvPicPr>
            <a:picLocks noChangeAspect="1" noChangeArrowheads="1"/>
          </p:cNvPicPr>
          <p:nvPr/>
        </p:nvPicPr>
        <p:blipFill>
          <a:blip r:embed="rId3" cstate="email">
            <a:duotone>
              <a:prstClr val="black"/>
              <a:schemeClr val="bg1">
                <a:lumMod val="95000"/>
                <a:tint val="45000"/>
                <a:satMod val="400000"/>
              </a:schemeClr>
            </a:duotone>
            <a:extLst>
              <a:ext uri="{28A0092B-C50C-407E-A947-70E740481C1C}">
                <a14:useLocalDpi xmlns:a14="http://schemas.microsoft.com/office/drawing/2010/main"/>
              </a:ext>
            </a:extLst>
          </a:blip>
          <a:srcRect/>
          <a:stretch>
            <a:fillRect/>
          </a:stretch>
        </p:blipFill>
        <p:spPr bwMode="auto">
          <a:xfrm>
            <a:off x="4434902" y="1627583"/>
            <a:ext cx="1939249" cy="18359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7" name="Picture 2" descr="Enterprise Air Surveillance Radar, or EASR, is the U.S. Navy’s next generation radar for aircraft carriers and amphibious warfare ships. Two variants are available for use. Seen here is Variant 1, a single face, rotating array."/>
          <p:cNvPicPr>
            <a:picLocks noChangeAspect="1" noChangeArrowheads="1"/>
          </p:cNvPicPr>
          <p:nvPr/>
        </p:nvPicPr>
        <p:blipFill>
          <a:blip r:embed="rId4" cstate="print">
            <a:duotone>
              <a:prstClr val="black"/>
              <a:schemeClr val="bg1">
                <a:lumMod val="85000"/>
                <a:tint val="45000"/>
                <a:satMod val="400000"/>
              </a:schemeClr>
            </a:duotone>
            <a:extLst>
              <a:ext uri="{BEBA8EAE-BF5A-486C-A8C5-ECC9F3942E4B}">
                <a14:imgProps xmlns:a14="http://schemas.microsoft.com/office/drawing/2010/main">
                  <a14:imgLayer r:embed="rId5">
                    <a14:imgEffect>
                      <a14:backgroundRemoval t="4167" b="97500" l="10000" r="88750"/>
                    </a14:imgEffect>
                  </a14:imgLayer>
                </a14:imgProps>
              </a:ext>
              <a:ext uri="{28A0092B-C50C-407E-A947-70E740481C1C}">
                <a14:useLocalDpi xmlns:a14="http://schemas.microsoft.com/office/drawing/2010/main" val="0"/>
              </a:ext>
            </a:extLst>
          </a:blip>
          <a:srcRect/>
          <a:stretch>
            <a:fillRect/>
          </a:stretch>
        </p:blipFill>
        <p:spPr bwMode="auto">
          <a:xfrm>
            <a:off x="5153308" y="4637691"/>
            <a:ext cx="1285455" cy="192818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8" name="Picture 9"/>
          <p:cNvPicPr>
            <a:picLocks noChangeAspect="1" noChangeArrowheads="1"/>
          </p:cNvPicPr>
          <p:nvPr/>
        </p:nvPicPr>
        <p:blipFill rotWithShape="1">
          <a:blip r:embed="rId6" cstate="print">
            <a:clrChange>
              <a:clrFrom>
                <a:srgbClr val="FEFFFF"/>
              </a:clrFrom>
              <a:clrTo>
                <a:srgbClr val="FEFFFF">
                  <a:alpha val="0"/>
                </a:srgbClr>
              </a:clrTo>
            </a:clrChange>
            <a:duotone>
              <a:prstClr val="black"/>
              <a:schemeClr val="bg1">
                <a:lumMod val="85000"/>
                <a:tint val="45000"/>
                <a:satMod val="400000"/>
              </a:schemeClr>
            </a:duotone>
            <a:extLst>
              <a:ext uri="{BEBA8EAE-BF5A-486C-A8C5-ECC9F3942E4B}">
                <a14:imgProps xmlns:a14="http://schemas.microsoft.com/office/drawing/2010/main">
                  <a14:imgLayer r:embed="rId7">
                    <a14:imgEffect>
                      <a14:backgroundRemoval t="10000" b="90000" l="28309" r="71925">
                        <a14:foregroundMark x1="30833" y1="16875" x2="30208" y2="78438"/>
                        <a14:foregroundMark x1="30833" y1="76563" x2="38958" y2="85000"/>
                        <a14:foregroundMark x1="29583" y1="49688" x2="29583" y2="49688"/>
                      </a14:backgroundRemoval>
                    </a14:imgEffect>
                  </a14:imgLayer>
                </a14:imgProps>
              </a:ext>
              <a:ext uri="{28A0092B-C50C-407E-A947-70E740481C1C}">
                <a14:useLocalDpi xmlns:a14="http://schemas.microsoft.com/office/drawing/2010/main" val="0"/>
              </a:ext>
            </a:extLst>
          </a:blip>
          <a:srcRect l="22857" r="22623"/>
          <a:stretch/>
        </p:blipFill>
        <p:spPr bwMode="auto">
          <a:xfrm>
            <a:off x="6736710" y="4870098"/>
            <a:ext cx="1079156" cy="13195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9"/>
          <p:cNvPicPr>
            <a:picLocks noChangeAspect="1" noChangeArrowheads="1"/>
          </p:cNvPicPr>
          <p:nvPr/>
        </p:nvPicPr>
        <p:blipFill rotWithShape="1">
          <a:blip r:embed="rId6" cstate="print">
            <a:clrChange>
              <a:clrFrom>
                <a:srgbClr val="FFFFFF"/>
              </a:clrFrom>
              <a:clrTo>
                <a:srgbClr val="FFFFFF">
                  <a:alpha val="0"/>
                </a:srgbClr>
              </a:clrTo>
            </a:clrChange>
            <a:duotone>
              <a:prstClr val="black"/>
              <a:schemeClr val="bg1">
                <a:lumMod val="85000"/>
                <a:tint val="45000"/>
                <a:satMod val="400000"/>
              </a:schemeClr>
            </a:duotone>
            <a:extLst>
              <a:ext uri="{BEBA8EAE-BF5A-486C-A8C5-ECC9F3942E4B}">
                <a14:imgProps xmlns:a14="http://schemas.microsoft.com/office/drawing/2010/main">
                  <a14:imgLayer r:embed="rId7">
                    <a14:imgEffect>
                      <a14:backgroundRemoval t="10000" b="90000" l="28309" r="71925">
                        <a14:foregroundMark x1="30833" y1="16875" x2="30208" y2="78438"/>
                        <a14:foregroundMark x1="30833" y1="76563" x2="38958" y2="85000"/>
                        <a14:foregroundMark x1="29583" y1="49688" x2="29583" y2="49688"/>
                      </a14:backgroundRemoval>
                    </a14:imgEffect>
                  </a14:imgLayer>
                </a14:imgProps>
              </a:ext>
              <a:ext uri="{28A0092B-C50C-407E-A947-70E740481C1C}">
                <a14:useLocalDpi xmlns:a14="http://schemas.microsoft.com/office/drawing/2010/main" val="0"/>
              </a:ext>
            </a:extLst>
          </a:blip>
          <a:srcRect l="22857" r="22623"/>
          <a:stretch/>
        </p:blipFill>
        <p:spPr bwMode="auto">
          <a:xfrm>
            <a:off x="7270110" y="5100729"/>
            <a:ext cx="1079156" cy="13195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9"/>
          <p:cNvPicPr>
            <a:picLocks noChangeAspect="1" noChangeArrowheads="1"/>
          </p:cNvPicPr>
          <p:nvPr/>
        </p:nvPicPr>
        <p:blipFill rotWithShape="1">
          <a:blip r:embed="rId6" cstate="print">
            <a:clrChange>
              <a:clrFrom>
                <a:srgbClr val="FEFFFF"/>
              </a:clrFrom>
              <a:clrTo>
                <a:srgbClr val="FEFFFF">
                  <a:alpha val="0"/>
                </a:srgbClr>
              </a:clrTo>
            </a:clrChange>
            <a:duotone>
              <a:prstClr val="black"/>
              <a:schemeClr val="bg1">
                <a:lumMod val="85000"/>
                <a:tint val="45000"/>
                <a:satMod val="400000"/>
              </a:schemeClr>
            </a:duotone>
            <a:extLst>
              <a:ext uri="{BEBA8EAE-BF5A-486C-A8C5-ECC9F3942E4B}">
                <a14:imgProps xmlns:a14="http://schemas.microsoft.com/office/drawing/2010/main">
                  <a14:imgLayer r:embed="rId7">
                    <a14:imgEffect>
                      <a14:backgroundRemoval t="10000" b="90000" l="28309" r="71925">
                        <a14:foregroundMark x1="30833" y1="16875" x2="30208" y2="78438"/>
                        <a14:foregroundMark x1="30833" y1="76563" x2="38958" y2="85000"/>
                        <a14:foregroundMark x1="29583" y1="49688" x2="29583" y2="49688"/>
                      </a14:backgroundRemoval>
                    </a14:imgEffect>
                  </a14:imgLayer>
                </a14:imgProps>
              </a:ext>
              <a:ext uri="{28A0092B-C50C-407E-A947-70E740481C1C}">
                <a14:useLocalDpi xmlns:a14="http://schemas.microsoft.com/office/drawing/2010/main" val="0"/>
              </a:ext>
            </a:extLst>
          </a:blip>
          <a:srcRect l="22857" r="22623"/>
          <a:stretch/>
        </p:blipFill>
        <p:spPr bwMode="auto">
          <a:xfrm>
            <a:off x="7848520" y="5338449"/>
            <a:ext cx="1079156" cy="13195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TextBox 30"/>
          <p:cNvSpPr txBox="1"/>
          <p:nvPr/>
        </p:nvSpPr>
        <p:spPr>
          <a:xfrm>
            <a:off x="4303032" y="1124227"/>
            <a:ext cx="3784296" cy="6771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00"/>
                </a:solidFill>
                <a:effectLst/>
                <a:uLnTx/>
                <a:uFillTx/>
                <a:latin typeface="Arial"/>
                <a:ea typeface="+mn-ea"/>
                <a:cs typeface="+mn-cs"/>
              </a:rPr>
              <a:t>Air and Missile Defense Radar</a:t>
            </a:r>
            <a:r>
              <a:rPr kumimoji="0" lang="en-US" sz="1400" b="1" i="0" u="none" strike="noStrike" kern="1200" cap="none" spc="0" normalizeH="0" noProof="0" dirty="0">
                <a:ln>
                  <a:noFill/>
                </a:ln>
                <a:solidFill>
                  <a:srgbClr val="FFFF00"/>
                </a:solidFill>
                <a:effectLst/>
                <a:uLnTx/>
                <a:uFillTx/>
                <a:latin typeface="Arial"/>
                <a:ea typeface="+mn-ea"/>
                <a:cs typeface="+mn-cs"/>
              </a:rPr>
              <a:t> </a:t>
            </a:r>
            <a:r>
              <a:rPr kumimoji="0" lang="en-US" sz="1400" b="1" i="0" u="none" strike="noStrike" kern="1200" cap="none" spc="0" normalizeH="0" baseline="0" noProof="0" dirty="0">
                <a:ln>
                  <a:noFill/>
                </a:ln>
                <a:solidFill>
                  <a:srgbClr val="FFFF00"/>
                </a:solidFill>
                <a:effectLst/>
                <a:uLnTx/>
                <a:uFillTx/>
                <a:latin typeface="Arial"/>
                <a:ea typeface="+mn-ea"/>
                <a:cs typeface="+mn-cs"/>
              </a:rPr>
              <a:t>(AMDR</a:t>
            </a:r>
            <a:r>
              <a:rPr kumimoji="0" lang="en-US" sz="1400" b="1" i="0" u="none" strike="noStrike" kern="1200" cap="none" spc="0" normalizeH="0" baseline="0" noProof="0" dirty="0" smtClean="0">
                <a:ln>
                  <a:noFill/>
                </a:ln>
                <a:solidFill>
                  <a:srgbClr val="FFFF00"/>
                </a:solidFill>
                <a:effectLst/>
                <a:uLnTx/>
                <a:uFillTx/>
                <a:latin typeface="Arial"/>
                <a:ea typeface="+mn-ea"/>
                <a:cs typeface="+mn-cs"/>
              </a:rPr>
              <a:t>)</a:t>
            </a:r>
            <a:endParaRPr kumimoji="0" lang="en-US" sz="1200" b="1" i="0" u="none" strike="noStrike" kern="1200" cap="none" spc="0" normalizeH="0" baseline="0" noProof="0" dirty="0" smtClean="0">
              <a:ln>
                <a:noFill/>
              </a:ln>
              <a:solidFill>
                <a:srgbClr val="FFFF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FFFF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rgbClr val="FFFF00"/>
                </a:solidFill>
                <a:latin typeface="Arial"/>
              </a:rPr>
              <a:t>AN/SPY-6(V)1 and (V)4</a:t>
            </a:r>
            <a:endParaRPr kumimoji="0" lang="en-US" sz="1200" b="1" i="0" u="none" strike="noStrike" kern="1200" cap="none" spc="0" normalizeH="0" baseline="0" noProof="0" dirty="0">
              <a:ln>
                <a:noFill/>
              </a:ln>
              <a:solidFill>
                <a:srgbClr val="FFFF00"/>
              </a:solidFill>
              <a:effectLst/>
              <a:uLnTx/>
              <a:uFillTx/>
              <a:latin typeface="Arial"/>
              <a:ea typeface="+mn-ea"/>
              <a:cs typeface="+mn-cs"/>
            </a:endParaRPr>
          </a:p>
        </p:txBody>
      </p:sp>
      <p:sp>
        <p:nvSpPr>
          <p:cNvPr id="32" name="TextBox 31"/>
          <p:cNvSpPr txBox="1"/>
          <p:nvPr/>
        </p:nvSpPr>
        <p:spPr>
          <a:xfrm>
            <a:off x="4103185" y="4119766"/>
            <a:ext cx="3311405"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00"/>
                </a:solidFill>
                <a:effectLst/>
                <a:uLnTx/>
                <a:uFillTx/>
                <a:latin typeface="Arial"/>
                <a:ea typeface="+mn-ea"/>
                <a:cs typeface="+mn-cs"/>
              </a:rPr>
              <a:t> </a:t>
            </a:r>
            <a:r>
              <a:rPr kumimoji="0" lang="en-US" sz="1050" b="1" i="0" u="none" strike="noStrike" kern="1200" cap="none" spc="0" normalizeH="0" baseline="0" noProof="0" dirty="0">
                <a:ln>
                  <a:noFill/>
                </a:ln>
                <a:solidFill>
                  <a:srgbClr val="FFFF00"/>
                </a:solidFill>
                <a:effectLst/>
                <a:uLnTx/>
                <a:uFillTx/>
                <a:latin typeface="Arial"/>
                <a:ea typeface="+mn-ea"/>
                <a:cs typeface="+mn-cs"/>
              </a:rPr>
              <a:t/>
            </a:r>
            <a:br>
              <a:rPr kumimoji="0" lang="en-US" sz="1050" b="1" i="0" u="none" strike="noStrike" kern="1200" cap="none" spc="0" normalizeH="0" baseline="0" noProof="0" dirty="0">
                <a:ln>
                  <a:noFill/>
                </a:ln>
                <a:solidFill>
                  <a:srgbClr val="FFFF00"/>
                </a:solidFill>
                <a:effectLst/>
                <a:uLnTx/>
                <a:uFillTx/>
                <a:latin typeface="Arial"/>
                <a:ea typeface="+mn-ea"/>
                <a:cs typeface="+mn-cs"/>
              </a:rPr>
            </a:br>
            <a:r>
              <a:rPr kumimoji="0" lang="en-US" sz="1050" b="1" i="0" u="none" strike="noStrike" kern="1200" cap="none" spc="0" normalizeH="0" baseline="0" noProof="0" dirty="0">
                <a:ln>
                  <a:noFill/>
                </a:ln>
                <a:solidFill>
                  <a:srgbClr val="FFFF00"/>
                </a:solidFill>
                <a:effectLst/>
                <a:uLnTx/>
                <a:uFillTx/>
                <a:latin typeface="Arial"/>
                <a:ea typeface="+mn-ea"/>
                <a:cs typeface="+mn-cs"/>
              </a:rPr>
              <a:t>Rotator Variant</a:t>
            </a:r>
            <a:br>
              <a:rPr kumimoji="0" lang="en-US" sz="1050" b="1" i="0" u="none" strike="noStrike" kern="1200" cap="none" spc="0" normalizeH="0" baseline="0" noProof="0" dirty="0">
                <a:ln>
                  <a:noFill/>
                </a:ln>
                <a:solidFill>
                  <a:srgbClr val="FFFF00"/>
                </a:solidFill>
                <a:effectLst/>
                <a:uLnTx/>
                <a:uFillTx/>
                <a:latin typeface="Arial"/>
                <a:ea typeface="+mn-ea"/>
                <a:cs typeface="+mn-cs"/>
              </a:rPr>
            </a:br>
            <a:r>
              <a:rPr kumimoji="0" lang="en-US" sz="1050" b="1" i="0" u="none" strike="noStrike" kern="1200" cap="none" spc="0" normalizeH="0" baseline="0" noProof="0" dirty="0">
                <a:ln>
                  <a:noFill/>
                </a:ln>
                <a:solidFill>
                  <a:srgbClr val="FFFF00"/>
                </a:solidFill>
                <a:effectLst/>
                <a:uLnTx/>
                <a:uFillTx/>
                <a:latin typeface="Arial"/>
                <a:ea typeface="+mn-ea"/>
                <a:cs typeface="+mn-cs"/>
              </a:rPr>
              <a:t>AN/SPY-6(V)2</a:t>
            </a:r>
          </a:p>
        </p:txBody>
      </p:sp>
      <p:sp>
        <p:nvSpPr>
          <p:cNvPr id="33" name="TextBox 32"/>
          <p:cNvSpPr txBox="1"/>
          <p:nvPr/>
        </p:nvSpPr>
        <p:spPr>
          <a:xfrm>
            <a:off x="6556773" y="4170221"/>
            <a:ext cx="2686725"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00"/>
                </a:solidFill>
                <a:effectLst/>
                <a:uLnTx/>
                <a:uFillTx/>
                <a:latin typeface="Arial"/>
                <a:ea typeface="+mn-ea"/>
                <a:cs typeface="+mn-cs"/>
              </a:rPr>
              <a:t> </a:t>
            </a:r>
            <a:br>
              <a:rPr kumimoji="0" lang="en-US" sz="1200" b="1" i="0" u="none" strike="noStrike" kern="1200" cap="none" spc="0" normalizeH="0" baseline="0" noProof="0" dirty="0">
                <a:ln>
                  <a:noFill/>
                </a:ln>
                <a:solidFill>
                  <a:srgbClr val="FFFF00"/>
                </a:solidFill>
                <a:effectLst/>
                <a:uLnTx/>
                <a:uFillTx/>
                <a:latin typeface="Arial"/>
                <a:ea typeface="+mn-ea"/>
                <a:cs typeface="+mn-cs"/>
              </a:rPr>
            </a:br>
            <a:r>
              <a:rPr kumimoji="0" lang="en-US" sz="1050" b="1" i="0" u="none" strike="noStrike" kern="1200" cap="none" spc="0" normalizeH="0" baseline="0" noProof="0" dirty="0">
                <a:ln>
                  <a:noFill/>
                </a:ln>
                <a:solidFill>
                  <a:srgbClr val="FFFF00"/>
                </a:solidFill>
                <a:effectLst/>
                <a:uLnTx/>
                <a:uFillTx/>
                <a:latin typeface="Arial"/>
                <a:ea typeface="+mn-ea"/>
                <a:cs typeface="+mn-cs"/>
              </a:rPr>
              <a:t>Fixed-Face Variant</a:t>
            </a:r>
            <a:br>
              <a:rPr kumimoji="0" lang="en-US" sz="1050" b="1" i="0" u="none" strike="noStrike" kern="1200" cap="none" spc="0" normalizeH="0" baseline="0" noProof="0" dirty="0">
                <a:ln>
                  <a:noFill/>
                </a:ln>
                <a:solidFill>
                  <a:srgbClr val="FFFF00"/>
                </a:solidFill>
                <a:effectLst/>
                <a:uLnTx/>
                <a:uFillTx/>
                <a:latin typeface="Arial"/>
                <a:ea typeface="+mn-ea"/>
                <a:cs typeface="+mn-cs"/>
              </a:rPr>
            </a:br>
            <a:r>
              <a:rPr kumimoji="0" lang="en-US" sz="1050" b="1" i="0" u="none" strike="noStrike" kern="1200" cap="none" spc="0" normalizeH="0" baseline="0" noProof="0" dirty="0">
                <a:ln>
                  <a:noFill/>
                </a:ln>
                <a:solidFill>
                  <a:srgbClr val="FFFF00"/>
                </a:solidFill>
                <a:effectLst/>
                <a:uLnTx/>
                <a:uFillTx/>
                <a:latin typeface="Arial"/>
                <a:ea typeface="+mn-ea"/>
                <a:cs typeface="+mn-cs"/>
              </a:rPr>
              <a:t>AN/SPY-6(V)3</a:t>
            </a:r>
          </a:p>
        </p:txBody>
      </p:sp>
      <p:sp>
        <p:nvSpPr>
          <p:cNvPr id="34" name="TextBox 33"/>
          <p:cNvSpPr txBox="1"/>
          <p:nvPr/>
        </p:nvSpPr>
        <p:spPr>
          <a:xfrm>
            <a:off x="9249805" y="2096689"/>
            <a:ext cx="2834039" cy="818321"/>
          </a:xfrm>
          <a:prstGeom prst="rect">
            <a:avLst/>
          </a:prstGeom>
          <a:noFill/>
          <a:ln>
            <a:noFill/>
          </a:ln>
        </p:spPr>
        <p:txBody>
          <a:bodyPr wrap="square" rtlCol="0" anchor="ctr" anchorCtr="0">
            <a:noAutofit/>
          </a:bodyPr>
          <a:lstStyle/>
          <a:p>
            <a:pPr marL="285750" indent="-285750">
              <a:spcBef>
                <a:spcPts val="600"/>
              </a:spcBef>
              <a:buFont typeface="Arial" panose="020B0604020202020204" pitchFamily="34" charset="0"/>
              <a:buChar char="•"/>
            </a:pPr>
            <a:r>
              <a:rPr lang="en-US" sz="1400" dirty="0">
                <a:solidFill>
                  <a:schemeClr val="bg1"/>
                </a:solidFill>
              </a:rPr>
              <a:t>Integrated Air and Missile Defense (IAMD)</a:t>
            </a:r>
          </a:p>
          <a:p>
            <a:pPr marL="285750" indent="-285750">
              <a:spcBef>
                <a:spcPts val="600"/>
              </a:spcBef>
              <a:buFont typeface="Arial" panose="020B0604020202020204" pitchFamily="34" charset="0"/>
              <a:buChar char="•"/>
            </a:pPr>
            <a:r>
              <a:rPr lang="en-US" sz="1400" dirty="0">
                <a:solidFill>
                  <a:schemeClr val="bg1"/>
                </a:solidFill>
              </a:rPr>
              <a:t>Anti-Surface Warfare (</a:t>
            </a:r>
            <a:r>
              <a:rPr lang="en-US" sz="1400" dirty="0" err="1">
                <a:solidFill>
                  <a:schemeClr val="bg1"/>
                </a:solidFill>
              </a:rPr>
              <a:t>ASuW</a:t>
            </a:r>
            <a:r>
              <a:rPr lang="en-US" sz="1400" dirty="0">
                <a:solidFill>
                  <a:schemeClr val="bg1"/>
                </a:solidFill>
              </a:rPr>
              <a:t>)</a:t>
            </a:r>
          </a:p>
          <a:p>
            <a:pPr marL="285750" indent="-285750">
              <a:spcBef>
                <a:spcPts val="600"/>
              </a:spcBef>
              <a:buFont typeface="Arial" panose="020B0604020202020204" pitchFamily="34" charset="0"/>
              <a:buChar char="•"/>
            </a:pPr>
            <a:r>
              <a:rPr lang="en-US" sz="1400" dirty="0">
                <a:solidFill>
                  <a:schemeClr val="bg1"/>
                </a:solidFill>
              </a:rPr>
              <a:t>Electronic Protection (EP)</a:t>
            </a:r>
          </a:p>
        </p:txBody>
      </p:sp>
      <p:sp>
        <p:nvSpPr>
          <p:cNvPr id="35" name="TextBox 34"/>
          <p:cNvSpPr txBox="1"/>
          <p:nvPr/>
        </p:nvSpPr>
        <p:spPr>
          <a:xfrm>
            <a:off x="9249806" y="4780721"/>
            <a:ext cx="2729948" cy="1630019"/>
          </a:xfrm>
          <a:prstGeom prst="rect">
            <a:avLst/>
          </a:prstGeom>
          <a:noFill/>
          <a:ln>
            <a:noFill/>
          </a:ln>
        </p:spPr>
        <p:txBody>
          <a:bodyPr wrap="square" rtlCol="0" anchor="ctr" anchorCtr="0">
            <a:noAutofit/>
          </a:bodyPr>
          <a:lstStyle/>
          <a:p>
            <a:pPr marL="285750" indent="-285750">
              <a:spcBef>
                <a:spcPts val="600"/>
              </a:spcBef>
              <a:buFont typeface="Arial" panose="020B0604020202020204" pitchFamily="34" charset="0"/>
              <a:buChar char="•"/>
            </a:pPr>
            <a:r>
              <a:rPr lang="en-US" sz="1400" dirty="0">
                <a:solidFill>
                  <a:schemeClr val="bg1"/>
                </a:solidFill>
              </a:rPr>
              <a:t>Anti-Air Warfare (AAW)</a:t>
            </a:r>
          </a:p>
          <a:p>
            <a:pPr marL="285750" indent="-285750">
              <a:spcBef>
                <a:spcPts val="600"/>
              </a:spcBef>
              <a:buFont typeface="Arial" panose="020B0604020202020204" pitchFamily="34" charset="0"/>
              <a:buChar char="•"/>
            </a:pPr>
            <a:r>
              <a:rPr lang="en-US" sz="1400" dirty="0" err="1">
                <a:solidFill>
                  <a:schemeClr val="bg1"/>
                </a:solidFill>
              </a:rPr>
              <a:t>ASuW</a:t>
            </a:r>
            <a:endParaRPr lang="en-US" sz="1400" dirty="0">
              <a:solidFill>
                <a:schemeClr val="bg1"/>
              </a:solidFill>
            </a:endParaRPr>
          </a:p>
          <a:p>
            <a:pPr marL="285750" indent="-285750">
              <a:spcBef>
                <a:spcPts val="600"/>
              </a:spcBef>
              <a:buFont typeface="Arial" panose="020B0604020202020204" pitchFamily="34" charset="0"/>
              <a:buChar char="•"/>
            </a:pPr>
            <a:r>
              <a:rPr lang="en-US" sz="1400" dirty="0">
                <a:solidFill>
                  <a:schemeClr val="bg1"/>
                </a:solidFill>
              </a:rPr>
              <a:t>Air Traffic Control</a:t>
            </a:r>
          </a:p>
          <a:p>
            <a:pPr marL="285750" indent="-285750">
              <a:spcBef>
                <a:spcPts val="600"/>
              </a:spcBef>
              <a:buFont typeface="Arial" panose="020B0604020202020204" pitchFamily="34" charset="0"/>
              <a:buChar char="•"/>
            </a:pPr>
            <a:r>
              <a:rPr lang="en-US" sz="1400" dirty="0">
                <a:solidFill>
                  <a:schemeClr val="bg1"/>
                </a:solidFill>
              </a:rPr>
              <a:t>Weather Mapping</a:t>
            </a:r>
          </a:p>
          <a:p>
            <a:pPr marL="285750" indent="-285750">
              <a:spcBef>
                <a:spcPts val="600"/>
              </a:spcBef>
              <a:buFont typeface="Arial" panose="020B0604020202020204" pitchFamily="34" charset="0"/>
              <a:buChar char="•"/>
            </a:pPr>
            <a:r>
              <a:rPr lang="en-US" sz="1400" dirty="0">
                <a:solidFill>
                  <a:schemeClr val="bg1"/>
                </a:solidFill>
              </a:rPr>
              <a:t>EP</a:t>
            </a:r>
          </a:p>
        </p:txBody>
      </p:sp>
      <p:sp>
        <p:nvSpPr>
          <p:cNvPr id="36" name="TextBox 35"/>
          <p:cNvSpPr txBox="1"/>
          <p:nvPr/>
        </p:nvSpPr>
        <p:spPr>
          <a:xfrm>
            <a:off x="4539478" y="3900475"/>
            <a:ext cx="3658591" cy="4770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00"/>
                </a:solidFill>
                <a:effectLst/>
                <a:uLnTx/>
                <a:uFillTx/>
                <a:latin typeface="Arial"/>
                <a:ea typeface="+mn-ea"/>
                <a:cs typeface="+mn-cs"/>
              </a:rPr>
              <a:t>Enterprise Air Surveillance Radar </a:t>
            </a:r>
            <a:r>
              <a:rPr kumimoji="0" lang="en-US" sz="1100" b="1" i="0" u="none" strike="noStrike" kern="1200" cap="none" spc="0" normalizeH="0" baseline="0" noProof="0" dirty="0">
                <a:ln>
                  <a:noFill/>
                </a:ln>
                <a:solidFill>
                  <a:srgbClr val="FFFF00"/>
                </a:solidFill>
                <a:effectLst/>
                <a:uLnTx/>
                <a:uFillTx/>
                <a:latin typeface="Arial"/>
                <a:ea typeface="+mn-ea"/>
                <a:cs typeface="+mn-cs"/>
              </a:rPr>
              <a:t>(</a:t>
            </a:r>
            <a:r>
              <a:rPr kumimoji="0" lang="en-US" sz="1400" b="1" i="0" u="none" strike="noStrike" kern="1200" cap="none" spc="0" normalizeH="0" baseline="0" noProof="0" dirty="0">
                <a:ln>
                  <a:noFill/>
                </a:ln>
                <a:solidFill>
                  <a:srgbClr val="FFFF00"/>
                </a:solidFill>
                <a:effectLst/>
                <a:uLnTx/>
                <a:uFillTx/>
                <a:latin typeface="Arial"/>
                <a:ea typeface="+mn-ea"/>
                <a:cs typeface="+mn-cs"/>
              </a:rPr>
              <a:t>EASR</a:t>
            </a:r>
            <a:r>
              <a:rPr kumimoji="0" lang="en-US" sz="1100" b="1" i="0" u="none" strike="noStrike" kern="1200" cap="none" spc="0" normalizeH="0" baseline="0" noProof="0" dirty="0">
                <a:ln>
                  <a:noFill/>
                </a:ln>
                <a:solidFill>
                  <a:srgbClr val="FFFF00"/>
                </a:solidFill>
                <a:effectLst/>
                <a:uLnTx/>
                <a:uFillTx/>
                <a:latin typeface="Arial"/>
                <a:ea typeface="+mn-ea"/>
                <a:cs typeface="+mn-cs"/>
              </a:rPr>
              <a:t>)</a:t>
            </a:r>
            <a:br>
              <a:rPr kumimoji="0" lang="en-US" sz="1100" b="1" i="0" u="none" strike="noStrike" kern="1200" cap="none" spc="0" normalizeH="0" baseline="0" noProof="0" dirty="0">
                <a:ln>
                  <a:noFill/>
                </a:ln>
                <a:solidFill>
                  <a:srgbClr val="FFFF00"/>
                </a:solidFill>
                <a:effectLst/>
                <a:uLnTx/>
                <a:uFillTx/>
                <a:latin typeface="Arial"/>
                <a:ea typeface="+mn-ea"/>
                <a:cs typeface="+mn-cs"/>
              </a:rPr>
            </a:br>
            <a:endParaRPr kumimoji="0" lang="en-US" sz="1100" b="1" i="0" u="none" strike="noStrike" kern="1200" cap="none" spc="0" normalizeH="0" baseline="0" noProof="0" dirty="0">
              <a:ln>
                <a:noFill/>
              </a:ln>
              <a:solidFill>
                <a:srgbClr val="FFFF00"/>
              </a:solidFill>
              <a:effectLst/>
              <a:uLnTx/>
              <a:uFillTx/>
              <a:latin typeface="Arial"/>
              <a:ea typeface="+mn-ea"/>
              <a:cs typeface="+mn-cs"/>
            </a:endParaRPr>
          </a:p>
        </p:txBody>
      </p:sp>
      <p:pic>
        <p:nvPicPr>
          <p:cNvPr id="37" name="Picture 36"/>
          <p:cNvPicPr>
            <a:picLocks noChangeAspect="1"/>
          </p:cNvPicPr>
          <p:nvPr/>
        </p:nvPicPr>
        <p:blipFill>
          <a:blip r:embed="rId8" cstate="email">
            <a:extLst>
              <a:ext uri="{BEBA8EAE-BF5A-486C-A8C5-ECC9F3942E4B}">
                <a14:imgProps xmlns:a14="http://schemas.microsoft.com/office/drawing/2010/main">
                  <a14:imgLayer r:embed="rId9">
                    <a14:imgEffect>
                      <a14:sharpenSoften amount="25000"/>
                    </a14:imgEffect>
                  </a14:imgLayer>
                </a14:imgProps>
              </a:ext>
              <a:ext uri="{28A0092B-C50C-407E-A947-70E740481C1C}">
                <a14:useLocalDpi xmlns:a14="http://schemas.microsoft.com/office/drawing/2010/main"/>
              </a:ext>
            </a:extLst>
          </a:blip>
          <a:stretch>
            <a:fillRect/>
          </a:stretch>
        </p:blipFill>
        <p:spPr>
          <a:xfrm>
            <a:off x="71989" y="1116376"/>
            <a:ext cx="3893724" cy="2409789"/>
          </a:xfrm>
          <a:prstGeom prst="rect">
            <a:avLst/>
          </a:prstGeom>
          <a:effectLst>
            <a:softEdge rad="50800"/>
          </a:effectLst>
        </p:spPr>
      </p:pic>
      <p:pic>
        <p:nvPicPr>
          <p:cNvPr id="38" name="Picture 37"/>
          <p:cNvPicPr>
            <a:picLocks noChangeAspect="1"/>
          </p:cNvPicPr>
          <p:nvPr/>
        </p:nvPicPr>
        <p:blipFill rotWithShape="1">
          <a:blip r:embed="rId10">
            <a:extLst>
              <a:ext uri="{BEBA8EAE-BF5A-486C-A8C5-ECC9F3942E4B}">
                <a14:imgProps xmlns:a14="http://schemas.microsoft.com/office/drawing/2010/main">
                  <a14:imgLayer r:embed="rId11">
                    <a14:imgEffect>
                      <a14:sharpenSoften amount="25000"/>
                    </a14:imgEffect>
                  </a14:imgLayer>
                </a14:imgProps>
              </a:ext>
            </a:extLst>
          </a:blip>
          <a:srcRect l="213" r="-1"/>
          <a:stretch/>
        </p:blipFill>
        <p:spPr>
          <a:xfrm>
            <a:off x="133350" y="4151786"/>
            <a:ext cx="3844688" cy="2026486"/>
          </a:xfrm>
          <a:prstGeom prst="rect">
            <a:avLst/>
          </a:prstGeom>
          <a:effectLst>
            <a:softEdge rad="50800"/>
          </a:effectLst>
        </p:spPr>
      </p:pic>
    </p:spTree>
    <p:extLst>
      <p:ext uri="{BB962C8B-B14F-4D97-AF65-F5344CB8AC3E}">
        <p14:creationId xmlns:p14="http://schemas.microsoft.com/office/powerpoint/2010/main" val="776382444"/>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76081B0-0670-476A-A3DD-4C4920986580}"/>
              </a:ext>
            </a:extLst>
          </p:cNvPr>
          <p:cNvSpPr/>
          <p:nvPr/>
        </p:nvSpPr>
        <p:spPr>
          <a:xfrm>
            <a:off x="0" y="1003744"/>
            <a:ext cx="12192000" cy="5645427"/>
          </a:xfrm>
          <a:prstGeom prst="rect">
            <a:avLst/>
          </a:prstGeom>
          <a:gradFill>
            <a:gsLst>
              <a:gs pos="0">
                <a:srgbClr val="37376D"/>
              </a:gs>
              <a:gs pos="100000">
                <a:schemeClr val="tx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smtClean="0"/>
              <a:t>AN/SPY-6(V) Modular Design for Scalability</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96665" y="4003927"/>
            <a:ext cx="697702" cy="1046553"/>
          </a:xfrm>
          <a:prstGeom prst="rect">
            <a:avLst/>
          </a:prstGeom>
          <a:effectLst>
            <a:outerShdw blurRad="292100" dist="139700" dir="2700000" algn="ctr" rotWithShape="0">
              <a:schemeClr val="tx1">
                <a:alpha val="65000"/>
              </a:schemeClr>
            </a:outerShdw>
          </a:effectLst>
        </p:spPr>
      </p:pic>
      <p:grpSp>
        <p:nvGrpSpPr>
          <p:cNvPr id="19" name="Group 18"/>
          <p:cNvGrpSpPr/>
          <p:nvPr/>
        </p:nvGrpSpPr>
        <p:grpSpPr>
          <a:xfrm>
            <a:off x="3984292" y="3945544"/>
            <a:ext cx="1505713" cy="1163318"/>
            <a:chOff x="3980539" y="3945544"/>
            <a:chExt cx="1505713" cy="1163318"/>
          </a:xfrm>
        </p:grpSpPr>
        <p:pic>
          <p:nvPicPr>
            <p:cNvPr id="3" name="Picture 6" descr="C:\D Drive\01 Program Data Files\AMDR\Graphics\Radar\37 Radiators - T.tif"/>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980539" y="3945544"/>
              <a:ext cx="956348" cy="1163318"/>
            </a:xfrm>
            <a:prstGeom prst="rect">
              <a:avLst/>
            </a:prstGeom>
            <a:ln>
              <a:noFill/>
            </a:ln>
            <a:effectLst>
              <a:outerShdw blurRad="292100" dist="139700" dir="2700000" algn="tl" rotWithShape="0">
                <a:schemeClr val="tx1">
                  <a:alpha val="65000"/>
                </a:schemeClr>
              </a:outerShdw>
            </a:effectLst>
            <a:extLst>
              <a:ext uri="{909E8E84-426E-40DD-AFC4-6F175D3DCCD1}">
                <a14:hiddenFill xmlns:a14="http://schemas.microsoft.com/office/drawing/2010/main">
                  <a:solidFill>
                    <a:srgbClr val="FFFFFF"/>
                  </a:solidFill>
                </a14:hiddenFill>
              </a:ext>
            </a:extLst>
          </p:spPr>
        </p:pic>
        <p:pic>
          <p:nvPicPr>
            <p:cNvPr id="8" name="Picture 6" descr="C:\D Drive\01 Program Data Files\AMDR\Graphics\Radar\37 Radiators - T.tif"/>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156144" y="3945544"/>
              <a:ext cx="956348" cy="1163318"/>
            </a:xfrm>
            <a:prstGeom prst="rect">
              <a:avLst/>
            </a:prstGeom>
            <a:ln>
              <a:noFill/>
            </a:ln>
            <a:effectLst>
              <a:outerShdw blurRad="292100" dist="139700" dir="2700000" algn="tl" rotWithShape="0">
                <a:schemeClr val="tx1">
                  <a:alpha val="65000"/>
                </a:schemeClr>
              </a:outerShdw>
            </a:effectLst>
            <a:extLst>
              <a:ext uri="{909E8E84-426E-40DD-AFC4-6F175D3DCCD1}">
                <a14:hiddenFill xmlns:a14="http://schemas.microsoft.com/office/drawing/2010/main">
                  <a:solidFill>
                    <a:srgbClr val="FFFFFF"/>
                  </a:solidFill>
                </a14:hiddenFill>
              </a:ext>
            </a:extLst>
          </p:spPr>
        </p:pic>
        <p:pic>
          <p:nvPicPr>
            <p:cNvPr id="9" name="Picture 6" descr="C:\D Drive\01 Program Data Files\AMDR\Graphics\Radar\37 Radiators - T.tif"/>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331749" y="3945544"/>
              <a:ext cx="956348" cy="1163318"/>
            </a:xfrm>
            <a:prstGeom prst="rect">
              <a:avLst/>
            </a:prstGeom>
            <a:ln>
              <a:noFill/>
            </a:ln>
            <a:effectLst>
              <a:outerShdw blurRad="292100" dist="139700" dir="2700000" algn="tl" rotWithShape="0">
                <a:schemeClr val="tx1">
                  <a:alpha val="65000"/>
                </a:schemeClr>
              </a:outerShdw>
            </a:effectLst>
            <a:extLst>
              <a:ext uri="{909E8E84-426E-40DD-AFC4-6F175D3DCCD1}">
                <a14:hiddenFill xmlns:a14="http://schemas.microsoft.com/office/drawing/2010/main">
                  <a:solidFill>
                    <a:srgbClr val="FFFFFF"/>
                  </a:solidFill>
                </a14:hiddenFill>
              </a:ext>
            </a:extLst>
          </p:spPr>
        </p:pic>
        <p:pic>
          <p:nvPicPr>
            <p:cNvPr id="10" name="Picture 6" descr="C:\D Drive\01 Program Data Files\AMDR\Graphics\Radar\37 Radiators - T.tif"/>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529904" y="3945544"/>
              <a:ext cx="956348" cy="1163318"/>
            </a:xfrm>
            <a:prstGeom prst="rect">
              <a:avLst/>
            </a:prstGeom>
            <a:ln>
              <a:noFill/>
            </a:ln>
            <a:effectLst>
              <a:outerShdw blurRad="292100" dist="139700" dir="2700000" algn="tl" rotWithShape="0">
                <a:schemeClr val="tx1">
                  <a:alpha val="65000"/>
                </a:schemeClr>
              </a:outerShdw>
            </a:effectLst>
            <a:extLst>
              <a:ext uri="{909E8E84-426E-40DD-AFC4-6F175D3DCCD1}">
                <a14:hiddenFill xmlns:a14="http://schemas.microsoft.com/office/drawing/2010/main">
                  <a:solidFill>
                    <a:srgbClr val="FFFFFF"/>
                  </a:solidFill>
                </a14:hiddenFill>
              </a:ext>
            </a:extLst>
          </p:spPr>
        </p:pic>
      </p:grpSp>
      <p:grpSp>
        <p:nvGrpSpPr>
          <p:cNvPr id="21" name="Group 20"/>
          <p:cNvGrpSpPr/>
          <p:nvPr/>
        </p:nvGrpSpPr>
        <p:grpSpPr>
          <a:xfrm>
            <a:off x="9365312" y="3914326"/>
            <a:ext cx="1536887" cy="1225754"/>
            <a:chOff x="9383765" y="3914326"/>
            <a:chExt cx="1536887" cy="1225754"/>
          </a:xfrm>
        </p:grpSpPr>
        <p:pic>
          <p:nvPicPr>
            <p:cNvPr id="4" name="Picture 3">
              <a:extLst>
                <a:ext uri="{FF2B5EF4-FFF2-40B4-BE49-F238E27FC236}">
                  <a16:creationId xmlns:a16="http://schemas.microsoft.com/office/drawing/2014/main" id="{86E9A4C4-FAE4-5847-B65B-68244ADECE7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383765" y="3914326"/>
              <a:ext cx="964662" cy="1225754"/>
            </a:xfrm>
            <a:prstGeom prst="rect">
              <a:avLst/>
            </a:prstGeom>
            <a:effectLst>
              <a:outerShdw blurRad="292100" dist="139700" dir="2700000" algn="ctr" rotWithShape="0">
                <a:schemeClr val="tx1">
                  <a:alpha val="65000"/>
                </a:schemeClr>
              </a:outerShdw>
            </a:effectLst>
          </p:spPr>
        </p:pic>
        <p:pic>
          <p:nvPicPr>
            <p:cNvPr id="7" name="Picture 6">
              <a:extLst>
                <a:ext uri="{FF2B5EF4-FFF2-40B4-BE49-F238E27FC236}">
                  <a16:creationId xmlns:a16="http://schemas.microsoft.com/office/drawing/2014/main" id="{86E9A4C4-FAE4-5847-B65B-68244ADECE7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566048" y="3914326"/>
              <a:ext cx="964662" cy="1225754"/>
            </a:xfrm>
            <a:prstGeom prst="rect">
              <a:avLst/>
            </a:prstGeom>
            <a:effectLst>
              <a:outerShdw blurRad="292100" dist="139700" dir="2700000" algn="ctr" rotWithShape="0">
                <a:schemeClr val="tx1">
                  <a:alpha val="65000"/>
                </a:schemeClr>
              </a:outerShdw>
            </a:effectLst>
          </p:spPr>
        </p:pic>
        <p:pic>
          <p:nvPicPr>
            <p:cNvPr id="11" name="Picture 10">
              <a:extLst>
                <a:ext uri="{FF2B5EF4-FFF2-40B4-BE49-F238E27FC236}">
                  <a16:creationId xmlns:a16="http://schemas.microsoft.com/office/drawing/2014/main" id="{86E9A4C4-FAE4-5847-B65B-68244ADECE7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753524" y="3914326"/>
              <a:ext cx="964662" cy="1225754"/>
            </a:xfrm>
            <a:prstGeom prst="rect">
              <a:avLst/>
            </a:prstGeom>
            <a:effectLst>
              <a:outerShdw blurRad="292100" dist="139700" dir="2700000" algn="ctr" rotWithShape="0">
                <a:schemeClr val="tx1">
                  <a:alpha val="65000"/>
                </a:schemeClr>
              </a:outerShdw>
            </a:effectLst>
          </p:spPr>
        </p:pic>
        <p:pic>
          <p:nvPicPr>
            <p:cNvPr id="12" name="Picture 11">
              <a:extLst>
                <a:ext uri="{FF2B5EF4-FFF2-40B4-BE49-F238E27FC236}">
                  <a16:creationId xmlns:a16="http://schemas.microsoft.com/office/drawing/2014/main" id="{86E9A4C4-FAE4-5847-B65B-68244ADECE7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955990" y="3914326"/>
              <a:ext cx="964662" cy="1225754"/>
            </a:xfrm>
            <a:prstGeom prst="rect">
              <a:avLst/>
            </a:prstGeom>
            <a:effectLst>
              <a:outerShdw blurRad="292100" dist="139700" dir="2700000" algn="ctr" rotWithShape="0">
                <a:schemeClr val="tx1">
                  <a:alpha val="65000"/>
                </a:schemeClr>
              </a:outerShdw>
            </a:effectLst>
          </p:spPr>
        </p:pic>
      </p:grpSp>
      <p:grpSp>
        <p:nvGrpSpPr>
          <p:cNvPr id="20" name="Group 19"/>
          <p:cNvGrpSpPr/>
          <p:nvPr/>
        </p:nvGrpSpPr>
        <p:grpSpPr>
          <a:xfrm>
            <a:off x="7586820" y="4109814"/>
            <a:ext cx="1264700" cy="810554"/>
            <a:chOff x="7567765" y="4121926"/>
            <a:chExt cx="1264700" cy="810554"/>
          </a:xfrm>
        </p:grpSpPr>
        <p:pic>
          <p:nvPicPr>
            <p:cNvPr id="5" name="Picture 4" descr="C:\D Drive\01 Program Data Files\AMDR\Graphics\Radar\9 Radiators - T.tif"/>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567765" y="4121926"/>
              <a:ext cx="756131" cy="810554"/>
            </a:xfrm>
            <a:prstGeom prst="rect">
              <a:avLst/>
            </a:prstGeom>
            <a:ln>
              <a:noFill/>
            </a:ln>
            <a:effectLst>
              <a:outerShdw blurRad="292100" dist="139700" dir="2700000" algn="tl" rotWithShape="0">
                <a:schemeClr val="tx1">
                  <a:alpha val="65000"/>
                </a:schemeClr>
              </a:outerShdw>
            </a:effectLst>
            <a:extLst>
              <a:ext uri="{909E8E84-426E-40DD-AFC4-6F175D3DCCD1}">
                <a14:hiddenFill xmlns:a14="http://schemas.microsoft.com/office/drawing/2010/main">
                  <a:solidFill>
                    <a:srgbClr val="FFFFFF"/>
                  </a:solidFill>
                </a14:hiddenFill>
              </a:ext>
            </a:extLst>
          </p:spPr>
        </p:pic>
        <p:pic>
          <p:nvPicPr>
            <p:cNvPr id="13" name="Picture 12" descr="C:\D Drive\01 Program Data Files\AMDR\Graphics\Radar\9 Radiators - T.tif"/>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815455" y="4121926"/>
              <a:ext cx="756131" cy="810554"/>
            </a:xfrm>
            <a:prstGeom prst="rect">
              <a:avLst/>
            </a:prstGeom>
            <a:ln>
              <a:noFill/>
            </a:ln>
            <a:effectLst>
              <a:outerShdw blurRad="292100" dist="139700" dir="2700000" algn="tl" rotWithShape="0">
                <a:schemeClr val="tx1">
                  <a:alpha val="65000"/>
                </a:schemeClr>
              </a:outerShdw>
            </a:effectLst>
            <a:extLst>
              <a:ext uri="{909E8E84-426E-40DD-AFC4-6F175D3DCCD1}">
                <a14:hiddenFill xmlns:a14="http://schemas.microsoft.com/office/drawing/2010/main">
                  <a:solidFill>
                    <a:srgbClr val="FFFFFF"/>
                  </a:solidFill>
                </a14:hiddenFill>
              </a:ext>
            </a:extLst>
          </p:spPr>
        </p:pic>
        <p:pic>
          <p:nvPicPr>
            <p:cNvPr id="14" name="Picture 13" descr="C:\D Drive\01 Program Data Files\AMDR\Graphics\Radar\9 Radiators - T.tif"/>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076334" y="4121926"/>
              <a:ext cx="756131" cy="810554"/>
            </a:xfrm>
            <a:prstGeom prst="rect">
              <a:avLst/>
            </a:prstGeom>
            <a:ln>
              <a:noFill/>
            </a:ln>
            <a:effectLst>
              <a:outerShdw blurRad="292100" dist="139700" dir="2700000" algn="tl" rotWithShape="0">
                <a:schemeClr val="tx1">
                  <a:alpha val="65000"/>
                </a:schemeClr>
              </a:outerShdw>
            </a:effectLst>
            <a:extLst>
              <a:ext uri="{909E8E84-426E-40DD-AFC4-6F175D3DCCD1}">
                <a14:hiddenFill xmlns:a14="http://schemas.microsoft.com/office/drawing/2010/main">
                  <a:solidFill>
                    <a:srgbClr val="FFFFFF"/>
                  </a:solidFill>
                </a14:hiddenFill>
              </a:ext>
            </a:extLst>
          </p:spPr>
        </p:pic>
      </p:grpSp>
      <p:pic>
        <p:nvPicPr>
          <p:cNvPr id="23" name="Picture 2" descr="D:\01 Program Data Files\AMDR\Graphics\Best TIfs &amp; Pics\RMA - Loaded.tif"/>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28694" y="1852821"/>
            <a:ext cx="2158084" cy="1856825"/>
          </a:xfrm>
          <a:prstGeom prst="rect">
            <a:avLst/>
          </a:prstGeom>
          <a:ln>
            <a:noFill/>
          </a:ln>
          <a:effectLst>
            <a:outerShdw blurRad="292100" dist="139700" dir="2700000" algn="tl" rotWithShape="0">
              <a:srgbClr val="333333">
                <a:alpha val="65000"/>
              </a:srgbClr>
            </a:outerShdw>
          </a:effectLst>
        </p:spPr>
      </p:pic>
      <p:sp>
        <p:nvSpPr>
          <p:cNvPr id="24" name="Rectangle 23">
            <a:extLst>
              <a:ext uri="{FF2B5EF4-FFF2-40B4-BE49-F238E27FC236}">
                <a16:creationId xmlns:a16="http://schemas.microsoft.com/office/drawing/2014/main" id="{A653A0F0-701A-4A94-BA22-D952A5B85A51}"/>
              </a:ext>
            </a:extLst>
          </p:cNvPr>
          <p:cNvSpPr/>
          <p:nvPr/>
        </p:nvSpPr>
        <p:spPr>
          <a:xfrm>
            <a:off x="162937" y="1170031"/>
            <a:ext cx="2497094" cy="646331"/>
          </a:xfrm>
          <a:prstGeom prst="rect">
            <a:avLst/>
          </a:prstGeom>
          <a:noFill/>
        </p:spPr>
        <p:txBody>
          <a:bodyPr wrap="square" rtlCol="0">
            <a:spAutoFit/>
          </a:bodyPr>
          <a:lstStyle/>
          <a:p>
            <a:pPr algn="ctr"/>
            <a:r>
              <a:rPr lang="en-US" b="1" dirty="0" smtClean="0">
                <a:solidFill>
                  <a:srgbClr val="FFFF00"/>
                </a:solidFill>
                <a:latin typeface="Arial"/>
              </a:rPr>
              <a:t>SPY-6 Radar </a:t>
            </a:r>
            <a:r>
              <a:rPr lang="en-US" b="1" dirty="0">
                <a:solidFill>
                  <a:srgbClr val="FFFF00"/>
                </a:solidFill>
                <a:latin typeface="Arial"/>
              </a:rPr>
              <a:t>Module Assembly (RMA)</a:t>
            </a:r>
          </a:p>
        </p:txBody>
      </p:sp>
      <p:sp>
        <p:nvSpPr>
          <p:cNvPr id="26" name="TextBox 25"/>
          <p:cNvSpPr txBox="1"/>
          <p:nvPr/>
        </p:nvSpPr>
        <p:spPr>
          <a:xfrm>
            <a:off x="217604" y="4754478"/>
            <a:ext cx="3026251" cy="818321"/>
          </a:xfrm>
          <a:prstGeom prst="rect">
            <a:avLst/>
          </a:prstGeom>
          <a:noFill/>
          <a:ln>
            <a:noFill/>
          </a:ln>
        </p:spPr>
        <p:txBody>
          <a:bodyPr wrap="square" rtlCol="0" anchor="ctr" anchorCtr="0">
            <a:noAutofit/>
          </a:bodyPr>
          <a:lstStyle/>
          <a:p>
            <a:pPr marL="285750" indent="-285750">
              <a:spcBef>
                <a:spcPts val="600"/>
              </a:spcBef>
              <a:buFont typeface="Arial" panose="020B0604020202020204" pitchFamily="34" charset="0"/>
              <a:buChar char="•"/>
            </a:pPr>
            <a:r>
              <a:rPr lang="en-US" sz="1400" dirty="0" smtClean="0">
                <a:solidFill>
                  <a:schemeClr val="bg1"/>
                </a:solidFill>
              </a:rPr>
              <a:t>Basic </a:t>
            </a:r>
            <a:r>
              <a:rPr lang="en-US" sz="1400" dirty="0">
                <a:solidFill>
                  <a:schemeClr val="bg1"/>
                </a:solidFill>
              </a:rPr>
              <a:t>building block </a:t>
            </a:r>
            <a:r>
              <a:rPr lang="en-US" sz="1400" dirty="0" smtClean="0">
                <a:solidFill>
                  <a:schemeClr val="bg1"/>
                </a:solidFill>
              </a:rPr>
              <a:t>of SPY-6 </a:t>
            </a:r>
            <a:r>
              <a:rPr lang="en-US" sz="1400" dirty="0">
                <a:solidFill>
                  <a:schemeClr val="bg1"/>
                </a:solidFill>
              </a:rPr>
              <a:t>radar </a:t>
            </a:r>
            <a:r>
              <a:rPr lang="en-US" sz="1400" dirty="0" smtClean="0">
                <a:solidFill>
                  <a:schemeClr val="bg1"/>
                </a:solidFill>
              </a:rPr>
              <a:t>apertures across the Family of Radars</a:t>
            </a:r>
            <a:endParaRPr lang="en-US" sz="1400" dirty="0">
              <a:solidFill>
                <a:schemeClr val="bg1"/>
              </a:solidFill>
            </a:endParaRPr>
          </a:p>
          <a:p>
            <a:pPr marL="285750" indent="-285750">
              <a:spcBef>
                <a:spcPts val="600"/>
              </a:spcBef>
              <a:buFont typeface="Arial" panose="020B0604020202020204" pitchFamily="34" charset="0"/>
              <a:buChar char="•"/>
            </a:pPr>
            <a:r>
              <a:rPr lang="en-US" sz="1400" dirty="0" smtClean="0">
                <a:solidFill>
                  <a:schemeClr val="bg1"/>
                </a:solidFill>
              </a:rPr>
              <a:t>Enables scaling of SPY-6 variants with low </a:t>
            </a:r>
            <a:r>
              <a:rPr lang="en-US" sz="1400" dirty="0">
                <a:solidFill>
                  <a:schemeClr val="bg1"/>
                </a:solidFill>
              </a:rPr>
              <a:t>non-reoccurring engineering </a:t>
            </a:r>
            <a:r>
              <a:rPr lang="en-US" sz="1400" dirty="0" smtClean="0">
                <a:solidFill>
                  <a:schemeClr val="bg1"/>
                </a:solidFill>
              </a:rPr>
              <a:t>costs</a:t>
            </a:r>
          </a:p>
          <a:p>
            <a:pPr marL="285750" indent="-285750">
              <a:spcBef>
                <a:spcPts val="600"/>
              </a:spcBef>
              <a:buFont typeface="Arial" panose="020B0604020202020204" pitchFamily="34" charset="0"/>
              <a:buChar char="•"/>
            </a:pPr>
            <a:r>
              <a:rPr lang="en-US" sz="1400" dirty="0">
                <a:solidFill>
                  <a:schemeClr val="bg1"/>
                </a:solidFill>
              </a:rPr>
              <a:t>Only 2 maintenance tools</a:t>
            </a:r>
            <a:br>
              <a:rPr lang="en-US" sz="1400" dirty="0">
                <a:solidFill>
                  <a:schemeClr val="bg1"/>
                </a:solidFill>
              </a:rPr>
            </a:br>
            <a:r>
              <a:rPr lang="en-US" sz="1400" dirty="0">
                <a:solidFill>
                  <a:schemeClr val="bg1"/>
                </a:solidFill>
              </a:rPr>
              <a:t>for LRU replacement </a:t>
            </a:r>
            <a:br>
              <a:rPr lang="en-US" sz="1400" dirty="0">
                <a:solidFill>
                  <a:schemeClr val="bg1"/>
                </a:solidFill>
              </a:rPr>
            </a:br>
            <a:r>
              <a:rPr lang="en-US" sz="1400" dirty="0">
                <a:solidFill>
                  <a:schemeClr val="bg1"/>
                </a:solidFill>
              </a:rPr>
              <a:t>(in less than 6 minutes)</a:t>
            </a:r>
          </a:p>
          <a:p>
            <a:pPr marL="285750" indent="-285750">
              <a:spcBef>
                <a:spcPts val="600"/>
              </a:spcBef>
              <a:buFont typeface="Arial" panose="020B0604020202020204" pitchFamily="34" charset="0"/>
              <a:buChar char="•"/>
            </a:pPr>
            <a:endParaRPr lang="en-US" sz="1400" dirty="0">
              <a:solidFill>
                <a:schemeClr val="bg1"/>
              </a:solidFill>
            </a:endParaRPr>
          </a:p>
        </p:txBody>
      </p:sp>
      <p:sp>
        <p:nvSpPr>
          <p:cNvPr id="27" name="Rectangle 26">
            <a:extLst>
              <a:ext uri="{FF2B5EF4-FFF2-40B4-BE49-F238E27FC236}">
                <a16:creationId xmlns:a16="http://schemas.microsoft.com/office/drawing/2014/main" id="{A653A0F0-701A-4A94-BA22-D952A5B85A51}"/>
              </a:ext>
            </a:extLst>
          </p:cNvPr>
          <p:cNvSpPr/>
          <p:nvPr/>
        </p:nvSpPr>
        <p:spPr>
          <a:xfrm>
            <a:off x="3494611" y="3277972"/>
            <a:ext cx="2363954" cy="800219"/>
          </a:xfrm>
          <a:prstGeom prst="rect">
            <a:avLst/>
          </a:prstGeom>
          <a:noFill/>
        </p:spPr>
        <p:txBody>
          <a:bodyPr wrap="square" rtlCol="0">
            <a:spAutoFit/>
          </a:bodyPr>
          <a:lstStyle/>
          <a:p>
            <a:pPr algn="ctr"/>
            <a:r>
              <a:rPr lang="en-US" b="1" dirty="0" smtClean="0">
                <a:solidFill>
                  <a:srgbClr val="FFFF00"/>
                </a:solidFill>
                <a:latin typeface="Arial"/>
              </a:rPr>
              <a:t>SPY-6(V)1</a:t>
            </a:r>
          </a:p>
          <a:p>
            <a:pPr algn="ctr"/>
            <a:r>
              <a:rPr lang="en-US" sz="1400" b="1" dirty="0" smtClean="0">
                <a:solidFill>
                  <a:srgbClr val="FFFF00"/>
                </a:solidFill>
              </a:rPr>
              <a:t>4 X </a:t>
            </a:r>
            <a:r>
              <a:rPr lang="en-US" sz="1400" b="1" dirty="0">
                <a:solidFill>
                  <a:srgbClr val="FFFF00"/>
                </a:solidFill>
              </a:rPr>
              <a:t>37 RMA (148)</a:t>
            </a:r>
          </a:p>
          <a:p>
            <a:pPr algn="ctr"/>
            <a:endParaRPr lang="en-US" sz="1400" b="1" dirty="0">
              <a:solidFill>
                <a:srgbClr val="FFFF00"/>
              </a:solidFill>
              <a:latin typeface="Arial"/>
            </a:endParaRPr>
          </a:p>
        </p:txBody>
      </p:sp>
      <p:sp>
        <p:nvSpPr>
          <p:cNvPr id="28" name="Rectangle 27">
            <a:extLst>
              <a:ext uri="{FF2B5EF4-FFF2-40B4-BE49-F238E27FC236}">
                <a16:creationId xmlns:a16="http://schemas.microsoft.com/office/drawing/2014/main" id="{A653A0F0-701A-4A94-BA22-D952A5B85A51}"/>
              </a:ext>
            </a:extLst>
          </p:cNvPr>
          <p:cNvSpPr/>
          <p:nvPr/>
        </p:nvSpPr>
        <p:spPr>
          <a:xfrm>
            <a:off x="5293480" y="3277972"/>
            <a:ext cx="2363954" cy="800219"/>
          </a:xfrm>
          <a:prstGeom prst="rect">
            <a:avLst/>
          </a:prstGeom>
          <a:noFill/>
        </p:spPr>
        <p:txBody>
          <a:bodyPr wrap="square" rtlCol="0">
            <a:spAutoFit/>
          </a:bodyPr>
          <a:lstStyle/>
          <a:p>
            <a:pPr algn="ctr"/>
            <a:r>
              <a:rPr lang="en-US" b="1" dirty="0" smtClean="0">
                <a:solidFill>
                  <a:srgbClr val="FFFF00"/>
                </a:solidFill>
                <a:latin typeface="Arial"/>
              </a:rPr>
              <a:t>SPY-6(V)2</a:t>
            </a:r>
          </a:p>
          <a:p>
            <a:pPr algn="ctr"/>
            <a:r>
              <a:rPr lang="en-US" sz="1400" b="1" dirty="0">
                <a:solidFill>
                  <a:srgbClr val="FFFF00"/>
                </a:solidFill>
              </a:rPr>
              <a:t>1</a:t>
            </a:r>
            <a:r>
              <a:rPr lang="en-US" sz="1400" b="1" dirty="0" smtClean="0">
                <a:solidFill>
                  <a:srgbClr val="FFFF00"/>
                </a:solidFill>
              </a:rPr>
              <a:t> X 9 </a:t>
            </a:r>
            <a:r>
              <a:rPr lang="en-US" sz="1400" b="1" dirty="0">
                <a:solidFill>
                  <a:srgbClr val="FFFF00"/>
                </a:solidFill>
              </a:rPr>
              <a:t>RMA </a:t>
            </a:r>
            <a:r>
              <a:rPr lang="en-US" sz="1400" b="1" dirty="0" smtClean="0">
                <a:solidFill>
                  <a:srgbClr val="FFFF00"/>
                </a:solidFill>
              </a:rPr>
              <a:t>(9)</a:t>
            </a:r>
            <a:endParaRPr lang="en-US" sz="1400" b="1" dirty="0">
              <a:solidFill>
                <a:srgbClr val="FFFF00"/>
              </a:solidFill>
            </a:endParaRPr>
          </a:p>
          <a:p>
            <a:pPr algn="ctr"/>
            <a:endParaRPr lang="en-US" sz="1400" b="1" dirty="0">
              <a:solidFill>
                <a:srgbClr val="FFFF00"/>
              </a:solidFill>
              <a:latin typeface="Arial"/>
            </a:endParaRPr>
          </a:p>
        </p:txBody>
      </p:sp>
      <p:sp>
        <p:nvSpPr>
          <p:cNvPr id="29" name="Rectangle 28">
            <a:extLst>
              <a:ext uri="{FF2B5EF4-FFF2-40B4-BE49-F238E27FC236}">
                <a16:creationId xmlns:a16="http://schemas.microsoft.com/office/drawing/2014/main" id="{A653A0F0-701A-4A94-BA22-D952A5B85A51}"/>
              </a:ext>
            </a:extLst>
          </p:cNvPr>
          <p:cNvSpPr/>
          <p:nvPr/>
        </p:nvSpPr>
        <p:spPr>
          <a:xfrm>
            <a:off x="3555171" y="5110683"/>
            <a:ext cx="2363954" cy="461665"/>
          </a:xfrm>
          <a:prstGeom prst="rect">
            <a:avLst/>
          </a:prstGeom>
          <a:noFill/>
        </p:spPr>
        <p:txBody>
          <a:bodyPr wrap="square" rtlCol="0">
            <a:spAutoFit/>
          </a:bodyPr>
          <a:lstStyle/>
          <a:p>
            <a:pPr algn="ctr"/>
            <a:r>
              <a:rPr lang="en-US" sz="1200" dirty="0" smtClean="0">
                <a:solidFill>
                  <a:srgbClr val="FFFF00"/>
                </a:solidFill>
                <a:latin typeface="Arial"/>
              </a:rPr>
              <a:t>AMDR</a:t>
            </a:r>
            <a:endParaRPr lang="en-US" sz="1200" dirty="0">
              <a:solidFill>
                <a:srgbClr val="FFFF00"/>
              </a:solidFill>
            </a:endParaRPr>
          </a:p>
          <a:p>
            <a:pPr algn="ctr"/>
            <a:endParaRPr lang="en-US" sz="1200" dirty="0">
              <a:solidFill>
                <a:srgbClr val="FFFF00"/>
              </a:solidFill>
              <a:latin typeface="Arial"/>
            </a:endParaRPr>
          </a:p>
        </p:txBody>
      </p:sp>
      <p:sp>
        <p:nvSpPr>
          <p:cNvPr id="30" name="Rectangle 29">
            <a:extLst>
              <a:ext uri="{FF2B5EF4-FFF2-40B4-BE49-F238E27FC236}">
                <a16:creationId xmlns:a16="http://schemas.microsoft.com/office/drawing/2014/main" id="{A653A0F0-701A-4A94-BA22-D952A5B85A51}"/>
              </a:ext>
            </a:extLst>
          </p:cNvPr>
          <p:cNvSpPr/>
          <p:nvPr/>
        </p:nvSpPr>
        <p:spPr>
          <a:xfrm>
            <a:off x="5354040" y="5110683"/>
            <a:ext cx="2363954" cy="461665"/>
          </a:xfrm>
          <a:prstGeom prst="rect">
            <a:avLst/>
          </a:prstGeom>
          <a:noFill/>
        </p:spPr>
        <p:txBody>
          <a:bodyPr wrap="square" rtlCol="0">
            <a:spAutoFit/>
          </a:bodyPr>
          <a:lstStyle/>
          <a:p>
            <a:pPr algn="ctr"/>
            <a:r>
              <a:rPr lang="en-US" sz="1200" dirty="0" smtClean="0">
                <a:solidFill>
                  <a:srgbClr val="FFFF00"/>
                </a:solidFill>
                <a:latin typeface="Arial"/>
              </a:rPr>
              <a:t>EASR Rotator</a:t>
            </a:r>
            <a:endParaRPr lang="en-US" sz="1200" dirty="0">
              <a:solidFill>
                <a:srgbClr val="FFFF00"/>
              </a:solidFill>
            </a:endParaRPr>
          </a:p>
          <a:p>
            <a:pPr algn="ctr"/>
            <a:endParaRPr lang="en-US" sz="1200" dirty="0">
              <a:solidFill>
                <a:srgbClr val="FFFF00"/>
              </a:solidFill>
              <a:latin typeface="Arial"/>
            </a:endParaRPr>
          </a:p>
        </p:txBody>
      </p:sp>
      <p:sp>
        <p:nvSpPr>
          <p:cNvPr id="31" name="Rectangle 30">
            <a:extLst>
              <a:ext uri="{FF2B5EF4-FFF2-40B4-BE49-F238E27FC236}">
                <a16:creationId xmlns:a16="http://schemas.microsoft.com/office/drawing/2014/main" id="{A653A0F0-701A-4A94-BA22-D952A5B85A51}"/>
              </a:ext>
            </a:extLst>
          </p:cNvPr>
          <p:cNvSpPr/>
          <p:nvPr/>
        </p:nvSpPr>
        <p:spPr>
          <a:xfrm>
            <a:off x="7152909" y="5110683"/>
            <a:ext cx="2363954" cy="461665"/>
          </a:xfrm>
          <a:prstGeom prst="rect">
            <a:avLst/>
          </a:prstGeom>
          <a:noFill/>
        </p:spPr>
        <p:txBody>
          <a:bodyPr wrap="square" rtlCol="0">
            <a:spAutoFit/>
          </a:bodyPr>
          <a:lstStyle/>
          <a:p>
            <a:pPr algn="ctr"/>
            <a:r>
              <a:rPr lang="en-US" sz="1200" dirty="0" smtClean="0">
                <a:solidFill>
                  <a:srgbClr val="FFFF00"/>
                </a:solidFill>
                <a:latin typeface="Arial"/>
              </a:rPr>
              <a:t>EASR Fixed Face</a:t>
            </a:r>
            <a:endParaRPr lang="en-US" sz="1200" dirty="0">
              <a:solidFill>
                <a:srgbClr val="FFFF00"/>
              </a:solidFill>
            </a:endParaRPr>
          </a:p>
          <a:p>
            <a:pPr algn="ctr"/>
            <a:endParaRPr lang="en-US" sz="1200" dirty="0">
              <a:solidFill>
                <a:srgbClr val="FFFF00"/>
              </a:solidFill>
              <a:latin typeface="Arial"/>
            </a:endParaRPr>
          </a:p>
        </p:txBody>
      </p:sp>
      <p:sp>
        <p:nvSpPr>
          <p:cNvPr id="34" name="Rectangle 33">
            <a:extLst>
              <a:ext uri="{FF2B5EF4-FFF2-40B4-BE49-F238E27FC236}">
                <a16:creationId xmlns:a16="http://schemas.microsoft.com/office/drawing/2014/main" id="{A653A0F0-701A-4A94-BA22-D952A5B85A51}"/>
              </a:ext>
            </a:extLst>
          </p:cNvPr>
          <p:cNvSpPr/>
          <p:nvPr/>
        </p:nvSpPr>
        <p:spPr>
          <a:xfrm>
            <a:off x="8951778" y="5110683"/>
            <a:ext cx="2363954" cy="461665"/>
          </a:xfrm>
          <a:prstGeom prst="rect">
            <a:avLst/>
          </a:prstGeom>
          <a:noFill/>
        </p:spPr>
        <p:txBody>
          <a:bodyPr wrap="square" rtlCol="0">
            <a:spAutoFit/>
          </a:bodyPr>
          <a:lstStyle/>
          <a:p>
            <a:pPr algn="ctr"/>
            <a:r>
              <a:rPr lang="en-US" sz="1200" dirty="0" smtClean="0">
                <a:solidFill>
                  <a:srgbClr val="FFFF00"/>
                </a:solidFill>
                <a:latin typeface="Arial"/>
              </a:rPr>
              <a:t>AMDR FLTIIA </a:t>
            </a:r>
            <a:r>
              <a:rPr lang="en-US" sz="1200" dirty="0" err="1" smtClean="0">
                <a:solidFill>
                  <a:srgbClr val="FFFF00"/>
                </a:solidFill>
                <a:latin typeface="Arial"/>
              </a:rPr>
              <a:t>Backfit</a:t>
            </a:r>
            <a:endParaRPr lang="en-US" sz="1200" dirty="0">
              <a:solidFill>
                <a:srgbClr val="FFFF00"/>
              </a:solidFill>
            </a:endParaRPr>
          </a:p>
          <a:p>
            <a:pPr algn="ctr"/>
            <a:endParaRPr lang="en-US" sz="1200" dirty="0">
              <a:solidFill>
                <a:srgbClr val="FFFF00"/>
              </a:solidFill>
              <a:latin typeface="Arial"/>
            </a:endParaRPr>
          </a:p>
        </p:txBody>
      </p:sp>
      <p:sp>
        <p:nvSpPr>
          <p:cNvPr id="36" name="Rectangle 35">
            <a:extLst>
              <a:ext uri="{FF2B5EF4-FFF2-40B4-BE49-F238E27FC236}">
                <a16:creationId xmlns:a16="http://schemas.microsoft.com/office/drawing/2014/main" id="{A653A0F0-701A-4A94-BA22-D952A5B85A51}"/>
              </a:ext>
            </a:extLst>
          </p:cNvPr>
          <p:cNvSpPr/>
          <p:nvPr/>
        </p:nvSpPr>
        <p:spPr>
          <a:xfrm>
            <a:off x="7092349" y="3277972"/>
            <a:ext cx="2363954" cy="800219"/>
          </a:xfrm>
          <a:prstGeom prst="rect">
            <a:avLst/>
          </a:prstGeom>
          <a:noFill/>
        </p:spPr>
        <p:txBody>
          <a:bodyPr wrap="square" rtlCol="0">
            <a:spAutoFit/>
          </a:bodyPr>
          <a:lstStyle/>
          <a:p>
            <a:pPr algn="ctr"/>
            <a:r>
              <a:rPr lang="en-US" b="1" dirty="0" smtClean="0">
                <a:solidFill>
                  <a:srgbClr val="FFFF00"/>
                </a:solidFill>
                <a:latin typeface="Arial"/>
              </a:rPr>
              <a:t>SPY-6(V)3</a:t>
            </a:r>
          </a:p>
          <a:p>
            <a:pPr algn="ctr"/>
            <a:r>
              <a:rPr lang="en-US" sz="1400" b="1" dirty="0" smtClean="0">
                <a:solidFill>
                  <a:srgbClr val="FFFF00"/>
                </a:solidFill>
              </a:rPr>
              <a:t>3 X 9 </a:t>
            </a:r>
            <a:r>
              <a:rPr lang="en-US" sz="1400" b="1" dirty="0">
                <a:solidFill>
                  <a:srgbClr val="FFFF00"/>
                </a:solidFill>
              </a:rPr>
              <a:t>RMA </a:t>
            </a:r>
            <a:r>
              <a:rPr lang="en-US" sz="1400" b="1" dirty="0" smtClean="0">
                <a:solidFill>
                  <a:srgbClr val="FFFF00"/>
                </a:solidFill>
              </a:rPr>
              <a:t>(27)</a:t>
            </a:r>
            <a:endParaRPr lang="en-US" sz="1400" b="1" dirty="0">
              <a:solidFill>
                <a:srgbClr val="FFFF00"/>
              </a:solidFill>
            </a:endParaRPr>
          </a:p>
          <a:p>
            <a:pPr algn="ctr"/>
            <a:endParaRPr lang="en-US" sz="1400" b="1" dirty="0">
              <a:solidFill>
                <a:srgbClr val="FFFF00"/>
              </a:solidFill>
              <a:latin typeface="Arial"/>
            </a:endParaRPr>
          </a:p>
        </p:txBody>
      </p:sp>
      <p:sp>
        <p:nvSpPr>
          <p:cNvPr id="37" name="Rectangle 36">
            <a:extLst>
              <a:ext uri="{FF2B5EF4-FFF2-40B4-BE49-F238E27FC236}">
                <a16:creationId xmlns:a16="http://schemas.microsoft.com/office/drawing/2014/main" id="{A653A0F0-701A-4A94-BA22-D952A5B85A51}"/>
              </a:ext>
            </a:extLst>
          </p:cNvPr>
          <p:cNvSpPr/>
          <p:nvPr/>
        </p:nvSpPr>
        <p:spPr>
          <a:xfrm>
            <a:off x="8891218" y="3277972"/>
            <a:ext cx="2363954" cy="800219"/>
          </a:xfrm>
          <a:prstGeom prst="rect">
            <a:avLst/>
          </a:prstGeom>
          <a:noFill/>
        </p:spPr>
        <p:txBody>
          <a:bodyPr wrap="square" rtlCol="0">
            <a:spAutoFit/>
          </a:bodyPr>
          <a:lstStyle/>
          <a:p>
            <a:pPr algn="ctr"/>
            <a:r>
              <a:rPr lang="en-US" b="1" dirty="0" smtClean="0">
                <a:solidFill>
                  <a:srgbClr val="FFFF00"/>
                </a:solidFill>
                <a:latin typeface="Arial"/>
              </a:rPr>
              <a:t>SPY-6(V)4</a:t>
            </a:r>
          </a:p>
          <a:p>
            <a:pPr algn="ctr"/>
            <a:r>
              <a:rPr lang="en-US" sz="1400" b="1" dirty="0" smtClean="0">
                <a:solidFill>
                  <a:srgbClr val="FFFF00"/>
                </a:solidFill>
              </a:rPr>
              <a:t>4 X 24 </a:t>
            </a:r>
            <a:r>
              <a:rPr lang="en-US" sz="1400" b="1" dirty="0">
                <a:solidFill>
                  <a:srgbClr val="FFFF00"/>
                </a:solidFill>
              </a:rPr>
              <a:t>RMA </a:t>
            </a:r>
            <a:r>
              <a:rPr lang="en-US" sz="1400" b="1" dirty="0" smtClean="0">
                <a:solidFill>
                  <a:srgbClr val="FFFF00"/>
                </a:solidFill>
              </a:rPr>
              <a:t>(96)</a:t>
            </a:r>
            <a:endParaRPr lang="en-US" sz="1400" b="1" dirty="0">
              <a:solidFill>
                <a:srgbClr val="FFFF00"/>
              </a:solidFill>
            </a:endParaRPr>
          </a:p>
          <a:p>
            <a:pPr algn="ctr"/>
            <a:endParaRPr lang="en-US" sz="1400" b="1" dirty="0">
              <a:solidFill>
                <a:srgbClr val="FFFF00"/>
              </a:solidFill>
              <a:latin typeface="Arial"/>
            </a:endParaRPr>
          </a:p>
        </p:txBody>
      </p:sp>
    </p:spTree>
    <p:extLst>
      <p:ext uri="{BB962C8B-B14F-4D97-AF65-F5344CB8AC3E}">
        <p14:creationId xmlns:p14="http://schemas.microsoft.com/office/powerpoint/2010/main" val="4132814433"/>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Outfitting the Fleet</a:t>
            </a:r>
            <a:endParaRPr lang="en-US" dirty="0"/>
          </a:p>
        </p:txBody>
      </p:sp>
      <p:pic>
        <p:nvPicPr>
          <p:cNvPr id="4" name="Picture 3"/>
          <p:cNvPicPr>
            <a:picLocks noChangeAspect="1"/>
          </p:cNvPicPr>
          <p:nvPr/>
        </p:nvPicPr>
        <p:blipFill rotWithShape="1">
          <a:blip r:embed="rId2"/>
          <a:srcRect t="3193"/>
          <a:stretch/>
        </p:blipFill>
        <p:spPr>
          <a:xfrm>
            <a:off x="280789" y="1626762"/>
            <a:ext cx="3128756" cy="1097966"/>
          </a:xfrm>
          <a:prstGeom prst="rect">
            <a:avLst/>
          </a:prstGeom>
        </p:spPr>
      </p:pic>
      <p:sp>
        <p:nvSpPr>
          <p:cNvPr id="5" name="Rectangle 4">
            <a:extLst>
              <a:ext uri="{FF2B5EF4-FFF2-40B4-BE49-F238E27FC236}">
                <a16:creationId xmlns:a16="http://schemas.microsoft.com/office/drawing/2014/main" id="{A653A0F0-701A-4A94-BA22-D952A5B85A51}"/>
              </a:ext>
            </a:extLst>
          </p:cNvPr>
          <p:cNvSpPr/>
          <p:nvPr/>
        </p:nvSpPr>
        <p:spPr>
          <a:xfrm>
            <a:off x="277086" y="1225434"/>
            <a:ext cx="2878394" cy="954107"/>
          </a:xfrm>
          <a:prstGeom prst="rect">
            <a:avLst/>
          </a:prstGeom>
          <a:noFill/>
        </p:spPr>
        <p:txBody>
          <a:bodyPr wrap="square" rtlCol="0">
            <a:spAutoFit/>
          </a:bodyPr>
          <a:lstStyle/>
          <a:p>
            <a:r>
              <a:rPr lang="en-US" sz="1400" b="1" dirty="0" smtClean="0">
                <a:solidFill>
                  <a:schemeClr val="tx2"/>
                </a:solidFill>
                <a:latin typeface="Arial"/>
              </a:rPr>
              <a:t>Arleigh Burke Class DDG FLT III</a:t>
            </a:r>
          </a:p>
          <a:p>
            <a:r>
              <a:rPr lang="en-US" sz="1400" dirty="0" smtClean="0">
                <a:solidFill>
                  <a:schemeClr val="tx2"/>
                </a:solidFill>
                <a:latin typeface="Arial"/>
              </a:rPr>
              <a:t>AMDR SPY-6(V)1</a:t>
            </a:r>
          </a:p>
          <a:p>
            <a:r>
              <a:rPr lang="en-US" sz="1400" dirty="0" smtClean="0">
                <a:solidFill>
                  <a:schemeClr val="tx2"/>
                </a:solidFill>
              </a:rPr>
              <a:t>4 X </a:t>
            </a:r>
            <a:r>
              <a:rPr lang="en-US" sz="1400" dirty="0">
                <a:solidFill>
                  <a:schemeClr val="tx2"/>
                </a:solidFill>
              </a:rPr>
              <a:t>37 RMA (148)</a:t>
            </a:r>
          </a:p>
          <a:p>
            <a:endParaRPr lang="en-US" sz="1400" b="1" dirty="0">
              <a:solidFill>
                <a:schemeClr val="tx2"/>
              </a:solidFill>
              <a:latin typeface="Arial"/>
            </a:endParaRPr>
          </a:p>
        </p:txBody>
      </p:sp>
      <p:pic>
        <p:nvPicPr>
          <p:cNvPr id="7" name="Picture 6"/>
          <p:cNvPicPr>
            <a:picLocks noChangeAspect="1"/>
          </p:cNvPicPr>
          <p:nvPr/>
        </p:nvPicPr>
        <p:blipFill rotWithShape="1">
          <a:blip r:embed="rId3"/>
          <a:srcRect l="3529"/>
          <a:stretch/>
        </p:blipFill>
        <p:spPr>
          <a:xfrm>
            <a:off x="4523276" y="1570087"/>
            <a:ext cx="3098850" cy="1154641"/>
          </a:xfrm>
          <a:prstGeom prst="rect">
            <a:avLst/>
          </a:prstGeom>
        </p:spPr>
      </p:pic>
      <p:sp>
        <p:nvSpPr>
          <p:cNvPr id="8" name="Rectangle 7">
            <a:extLst>
              <a:ext uri="{FF2B5EF4-FFF2-40B4-BE49-F238E27FC236}">
                <a16:creationId xmlns:a16="http://schemas.microsoft.com/office/drawing/2014/main" id="{A653A0F0-701A-4A94-BA22-D952A5B85A51}"/>
              </a:ext>
            </a:extLst>
          </p:cNvPr>
          <p:cNvSpPr/>
          <p:nvPr/>
        </p:nvSpPr>
        <p:spPr>
          <a:xfrm>
            <a:off x="4325006" y="1225433"/>
            <a:ext cx="3194304" cy="954107"/>
          </a:xfrm>
          <a:prstGeom prst="rect">
            <a:avLst/>
          </a:prstGeom>
          <a:noFill/>
        </p:spPr>
        <p:txBody>
          <a:bodyPr wrap="square" rtlCol="0">
            <a:spAutoFit/>
          </a:bodyPr>
          <a:lstStyle/>
          <a:p>
            <a:r>
              <a:rPr lang="en-US" sz="1400" b="1" dirty="0" smtClean="0">
                <a:solidFill>
                  <a:schemeClr val="tx2"/>
                </a:solidFill>
                <a:latin typeface="Arial"/>
              </a:rPr>
              <a:t>Arleigh Burke Class DDG FLT IIA</a:t>
            </a:r>
          </a:p>
          <a:p>
            <a:r>
              <a:rPr lang="en-US" sz="1400" dirty="0" smtClean="0">
                <a:solidFill>
                  <a:schemeClr val="tx2"/>
                </a:solidFill>
                <a:latin typeface="Arial"/>
              </a:rPr>
              <a:t>AMDR SPY-6(V)4</a:t>
            </a:r>
          </a:p>
          <a:p>
            <a:r>
              <a:rPr lang="en-US" sz="1400" dirty="0" smtClean="0">
                <a:solidFill>
                  <a:schemeClr val="tx2"/>
                </a:solidFill>
              </a:rPr>
              <a:t>4 X 24 </a:t>
            </a:r>
            <a:r>
              <a:rPr lang="en-US" sz="1400" dirty="0">
                <a:solidFill>
                  <a:schemeClr val="tx2"/>
                </a:solidFill>
              </a:rPr>
              <a:t>RMA </a:t>
            </a:r>
            <a:r>
              <a:rPr lang="en-US" sz="1400" dirty="0" smtClean="0">
                <a:solidFill>
                  <a:schemeClr val="tx2"/>
                </a:solidFill>
              </a:rPr>
              <a:t>(96)</a:t>
            </a:r>
            <a:endParaRPr lang="en-US" sz="1400" dirty="0">
              <a:solidFill>
                <a:schemeClr val="tx2"/>
              </a:solidFill>
            </a:endParaRPr>
          </a:p>
          <a:p>
            <a:endParaRPr lang="en-US" sz="1400" b="1" dirty="0">
              <a:solidFill>
                <a:schemeClr val="tx2"/>
              </a:solidFill>
              <a:latin typeface="Arial"/>
            </a:endParaRPr>
          </a:p>
        </p:txBody>
      </p:sp>
      <p:pic>
        <p:nvPicPr>
          <p:cNvPr id="9" name="Picture 8"/>
          <p:cNvPicPr>
            <a:picLocks noChangeAspect="1"/>
          </p:cNvPicPr>
          <p:nvPr/>
        </p:nvPicPr>
        <p:blipFill rotWithShape="1">
          <a:blip r:embed="rId4"/>
          <a:srcRect t="7663" r="3003"/>
          <a:stretch/>
        </p:blipFill>
        <p:spPr>
          <a:xfrm>
            <a:off x="8735858" y="1729751"/>
            <a:ext cx="3169807" cy="967269"/>
          </a:xfrm>
          <a:prstGeom prst="rect">
            <a:avLst/>
          </a:prstGeom>
        </p:spPr>
      </p:pic>
      <p:sp>
        <p:nvSpPr>
          <p:cNvPr id="10" name="Rectangle 9">
            <a:extLst>
              <a:ext uri="{FF2B5EF4-FFF2-40B4-BE49-F238E27FC236}">
                <a16:creationId xmlns:a16="http://schemas.microsoft.com/office/drawing/2014/main" id="{A653A0F0-701A-4A94-BA22-D952A5B85A51}"/>
              </a:ext>
            </a:extLst>
          </p:cNvPr>
          <p:cNvSpPr/>
          <p:nvPr/>
        </p:nvSpPr>
        <p:spPr>
          <a:xfrm>
            <a:off x="8613061" y="1226597"/>
            <a:ext cx="3194304" cy="954107"/>
          </a:xfrm>
          <a:prstGeom prst="rect">
            <a:avLst/>
          </a:prstGeom>
          <a:noFill/>
        </p:spPr>
        <p:txBody>
          <a:bodyPr wrap="square" rtlCol="0">
            <a:spAutoFit/>
          </a:bodyPr>
          <a:lstStyle/>
          <a:p>
            <a:r>
              <a:rPr lang="en-US" sz="1400" b="1" dirty="0" smtClean="0">
                <a:solidFill>
                  <a:schemeClr val="tx2"/>
                </a:solidFill>
                <a:latin typeface="Arial"/>
              </a:rPr>
              <a:t>Constellation Class FFG</a:t>
            </a:r>
          </a:p>
          <a:p>
            <a:r>
              <a:rPr lang="en-US" sz="1400" dirty="0" smtClean="0">
                <a:solidFill>
                  <a:schemeClr val="tx2"/>
                </a:solidFill>
                <a:latin typeface="Arial"/>
              </a:rPr>
              <a:t>EASR SPY-6(V)3</a:t>
            </a:r>
          </a:p>
          <a:p>
            <a:r>
              <a:rPr lang="en-US" sz="1400" dirty="0">
                <a:solidFill>
                  <a:schemeClr val="tx2"/>
                </a:solidFill>
              </a:rPr>
              <a:t>3</a:t>
            </a:r>
            <a:r>
              <a:rPr lang="en-US" sz="1400" dirty="0" smtClean="0">
                <a:solidFill>
                  <a:schemeClr val="tx2"/>
                </a:solidFill>
              </a:rPr>
              <a:t> X 9 </a:t>
            </a:r>
            <a:r>
              <a:rPr lang="en-US" sz="1400" dirty="0">
                <a:solidFill>
                  <a:schemeClr val="tx2"/>
                </a:solidFill>
              </a:rPr>
              <a:t>RMA </a:t>
            </a:r>
            <a:r>
              <a:rPr lang="en-US" sz="1400" dirty="0" smtClean="0">
                <a:solidFill>
                  <a:schemeClr val="tx2"/>
                </a:solidFill>
              </a:rPr>
              <a:t>(27)</a:t>
            </a:r>
            <a:endParaRPr lang="en-US" sz="1400" dirty="0">
              <a:solidFill>
                <a:schemeClr val="tx2"/>
              </a:solidFill>
            </a:endParaRPr>
          </a:p>
          <a:p>
            <a:endParaRPr lang="en-US" sz="1400" b="1" dirty="0">
              <a:solidFill>
                <a:schemeClr val="tx2"/>
              </a:solidFill>
              <a:latin typeface="Arial"/>
            </a:endParaRPr>
          </a:p>
        </p:txBody>
      </p:sp>
      <p:pic>
        <p:nvPicPr>
          <p:cNvPr id="11" name="Picture 10"/>
          <p:cNvPicPr>
            <a:picLocks noChangeAspect="1"/>
          </p:cNvPicPr>
          <p:nvPr/>
        </p:nvPicPr>
        <p:blipFill>
          <a:blip r:embed="rId5"/>
          <a:stretch>
            <a:fillRect/>
          </a:stretch>
        </p:blipFill>
        <p:spPr>
          <a:xfrm>
            <a:off x="212427" y="3609002"/>
            <a:ext cx="3119929" cy="890197"/>
          </a:xfrm>
          <a:prstGeom prst="rect">
            <a:avLst/>
          </a:prstGeom>
        </p:spPr>
      </p:pic>
      <p:sp>
        <p:nvSpPr>
          <p:cNvPr id="12" name="Rectangle 11">
            <a:extLst>
              <a:ext uri="{FF2B5EF4-FFF2-40B4-BE49-F238E27FC236}">
                <a16:creationId xmlns:a16="http://schemas.microsoft.com/office/drawing/2014/main" id="{A653A0F0-701A-4A94-BA22-D952A5B85A51}"/>
              </a:ext>
            </a:extLst>
          </p:cNvPr>
          <p:cNvSpPr/>
          <p:nvPr/>
        </p:nvSpPr>
        <p:spPr>
          <a:xfrm>
            <a:off x="277086" y="3053126"/>
            <a:ext cx="3194304" cy="954107"/>
          </a:xfrm>
          <a:prstGeom prst="rect">
            <a:avLst/>
          </a:prstGeom>
          <a:noFill/>
        </p:spPr>
        <p:txBody>
          <a:bodyPr wrap="square" rtlCol="0">
            <a:spAutoFit/>
          </a:bodyPr>
          <a:lstStyle/>
          <a:p>
            <a:r>
              <a:rPr lang="en-US" sz="1400" b="1" dirty="0" smtClean="0">
                <a:solidFill>
                  <a:schemeClr val="tx2"/>
                </a:solidFill>
                <a:latin typeface="Arial"/>
              </a:rPr>
              <a:t>San Antonio Class LPD</a:t>
            </a:r>
          </a:p>
          <a:p>
            <a:r>
              <a:rPr lang="en-US" sz="1400" dirty="0" smtClean="0">
                <a:solidFill>
                  <a:schemeClr val="tx2"/>
                </a:solidFill>
                <a:latin typeface="Arial"/>
              </a:rPr>
              <a:t>EASR SPY-6(V)2</a:t>
            </a:r>
          </a:p>
          <a:p>
            <a:r>
              <a:rPr lang="en-US" sz="1400" dirty="0" smtClean="0">
                <a:solidFill>
                  <a:schemeClr val="tx2"/>
                </a:solidFill>
              </a:rPr>
              <a:t>1 X 9 </a:t>
            </a:r>
            <a:r>
              <a:rPr lang="en-US" sz="1400" dirty="0">
                <a:solidFill>
                  <a:schemeClr val="tx2"/>
                </a:solidFill>
              </a:rPr>
              <a:t>RMA </a:t>
            </a:r>
            <a:r>
              <a:rPr lang="en-US" sz="1400" dirty="0" smtClean="0">
                <a:solidFill>
                  <a:schemeClr val="tx2"/>
                </a:solidFill>
              </a:rPr>
              <a:t>(9)</a:t>
            </a:r>
            <a:endParaRPr lang="en-US" sz="1400" dirty="0">
              <a:solidFill>
                <a:schemeClr val="tx2"/>
              </a:solidFill>
            </a:endParaRPr>
          </a:p>
          <a:p>
            <a:endParaRPr lang="en-US" sz="1400" b="1" dirty="0">
              <a:solidFill>
                <a:schemeClr val="tx2"/>
              </a:solidFill>
              <a:latin typeface="Arial"/>
            </a:endParaRPr>
          </a:p>
        </p:txBody>
      </p:sp>
      <p:pic>
        <p:nvPicPr>
          <p:cNvPr id="17"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4656" y="5200685"/>
            <a:ext cx="4411739" cy="1060947"/>
          </a:xfrm>
          <a:prstGeom prst="rect">
            <a:avLst/>
          </a:prstGeom>
        </p:spPr>
      </p:pic>
      <p:pic>
        <p:nvPicPr>
          <p:cNvPr id="16" name="Picture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25574" y="5064672"/>
            <a:ext cx="4667663" cy="1217980"/>
          </a:xfrm>
          <a:prstGeom prst="rect">
            <a:avLst/>
          </a:prstGeom>
        </p:spPr>
      </p:pic>
      <p:sp>
        <p:nvSpPr>
          <p:cNvPr id="14" name="Rectangle 13">
            <a:extLst>
              <a:ext uri="{FF2B5EF4-FFF2-40B4-BE49-F238E27FC236}">
                <a16:creationId xmlns:a16="http://schemas.microsoft.com/office/drawing/2014/main" id="{A653A0F0-701A-4A94-BA22-D952A5B85A51}"/>
              </a:ext>
            </a:extLst>
          </p:cNvPr>
          <p:cNvSpPr/>
          <p:nvPr/>
        </p:nvSpPr>
        <p:spPr>
          <a:xfrm>
            <a:off x="2732532" y="4886440"/>
            <a:ext cx="3194304" cy="954107"/>
          </a:xfrm>
          <a:prstGeom prst="rect">
            <a:avLst/>
          </a:prstGeom>
          <a:noFill/>
        </p:spPr>
        <p:txBody>
          <a:bodyPr wrap="square" rtlCol="0">
            <a:spAutoFit/>
          </a:bodyPr>
          <a:lstStyle/>
          <a:p>
            <a:r>
              <a:rPr lang="en-US" sz="1400" b="1" dirty="0" smtClean="0">
                <a:solidFill>
                  <a:schemeClr val="tx2"/>
                </a:solidFill>
                <a:latin typeface="Arial"/>
              </a:rPr>
              <a:t>Nimitz Class CVN</a:t>
            </a:r>
          </a:p>
          <a:p>
            <a:r>
              <a:rPr lang="en-US" sz="1400" dirty="0" smtClean="0">
                <a:solidFill>
                  <a:schemeClr val="tx2"/>
                </a:solidFill>
                <a:latin typeface="Arial"/>
              </a:rPr>
              <a:t>EASR SPY-6(V)2</a:t>
            </a:r>
          </a:p>
          <a:p>
            <a:r>
              <a:rPr lang="en-US" sz="1400" dirty="0" smtClean="0">
                <a:solidFill>
                  <a:schemeClr val="tx2"/>
                </a:solidFill>
              </a:rPr>
              <a:t>1 X 9 </a:t>
            </a:r>
            <a:r>
              <a:rPr lang="en-US" sz="1400" dirty="0">
                <a:solidFill>
                  <a:schemeClr val="tx2"/>
                </a:solidFill>
              </a:rPr>
              <a:t>RMA </a:t>
            </a:r>
            <a:r>
              <a:rPr lang="en-US" sz="1400" dirty="0" smtClean="0">
                <a:solidFill>
                  <a:schemeClr val="tx2"/>
                </a:solidFill>
              </a:rPr>
              <a:t>(9)</a:t>
            </a:r>
            <a:endParaRPr lang="en-US" sz="1400" dirty="0">
              <a:solidFill>
                <a:schemeClr val="tx2"/>
              </a:solidFill>
            </a:endParaRPr>
          </a:p>
          <a:p>
            <a:endParaRPr lang="en-US" sz="1400" b="1" dirty="0">
              <a:solidFill>
                <a:schemeClr val="tx2"/>
              </a:solidFill>
              <a:latin typeface="Arial"/>
            </a:endParaRPr>
          </a:p>
        </p:txBody>
      </p:sp>
      <p:sp>
        <p:nvSpPr>
          <p:cNvPr id="19" name="Rectangle 18">
            <a:extLst>
              <a:ext uri="{FF2B5EF4-FFF2-40B4-BE49-F238E27FC236}">
                <a16:creationId xmlns:a16="http://schemas.microsoft.com/office/drawing/2014/main" id="{A653A0F0-701A-4A94-BA22-D952A5B85A51}"/>
              </a:ext>
            </a:extLst>
          </p:cNvPr>
          <p:cNvSpPr/>
          <p:nvPr/>
        </p:nvSpPr>
        <p:spPr>
          <a:xfrm>
            <a:off x="8613061" y="4886441"/>
            <a:ext cx="3194304" cy="954107"/>
          </a:xfrm>
          <a:prstGeom prst="rect">
            <a:avLst/>
          </a:prstGeom>
          <a:noFill/>
        </p:spPr>
        <p:txBody>
          <a:bodyPr wrap="square" rtlCol="0">
            <a:spAutoFit/>
          </a:bodyPr>
          <a:lstStyle/>
          <a:p>
            <a:r>
              <a:rPr lang="en-US" sz="1400" b="1" dirty="0" smtClean="0">
                <a:solidFill>
                  <a:schemeClr val="tx2"/>
                </a:solidFill>
                <a:latin typeface="Arial"/>
              </a:rPr>
              <a:t>Gerald R Ford Class CVN</a:t>
            </a:r>
          </a:p>
          <a:p>
            <a:r>
              <a:rPr lang="en-US" sz="1400" dirty="0" smtClean="0">
                <a:solidFill>
                  <a:schemeClr val="tx2"/>
                </a:solidFill>
                <a:latin typeface="Arial"/>
              </a:rPr>
              <a:t>EASR SPY-6(V)3</a:t>
            </a:r>
          </a:p>
          <a:p>
            <a:r>
              <a:rPr lang="en-US" sz="1400" dirty="0">
                <a:solidFill>
                  <a:schemeClr val="tx2"/>
                </a:solidFill>
              </a:rPr>
              <a:t>3</a:t>
            </a:r>
            <a:r>
              <a:rPr lang="en-US" sz="1400" dirty="0" smtClean="0">
                <a:solidFill>
                  <a:schemeClr val="tx2"/>
                </a:solidFill>
              </a:rPr>
              <a:t> X 9 </a:t>
            </a:r>
            <a:r>
              <a:rPr lang="en-US" sz="1400" dirty="0">
                <a:solidFill>
                  <a:schemeClr val="tx2"/>
                </a:solidFill>
              </a:rPr>
              <a:t>RMA </a:t>
            </a:r>
            <a:r>
              <a:rPr lang="en-US" sz="1400" dirty="0" smtClean="0">
                <a:solidFill>
                  <a:schemeClr val="tx2"/>
                </a:solidFill>
              </a:rPr>
              <a:t>(27)</a:t>
            </a:r>
            <a:endParaRPr lang="en-US" sz="1400" dirty="0">
              <a:solidFill>
                <a:schemeClr val="tx2"/>
              </a:solidFill>
            </a:endParaRPr>
          </a:p>
          <a:p>
            <a:endParaRPr lang="en-US" sz="1400" b="1" dirty="0">
              <a:solidFill>
                <a:schemeClr val="tx2"/>
              </a:solidFill>
              <a:latin typeface="Arial"/>
            </a:endParaRPr>
          </a:p>
        </p:txBody>
      </p:sp>
      <p:pic>
        <p:nvPicPr>
          <p:cNvPr id="18" name="Picture 1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80599" y="3553307"/>
            <a:ext cx="3378184" cy="945892"/>
          </a:xfrm>
          <a:prstGeom prst="rect">
            <a:avLst/>
          </a:prstGeom>
        </p:spPr>
      </p:pic>
      <p:sp>
        <p:nvSpPr>
          <p:cNvPr id="21" name="Rectangle 20">
            <a:extLst>
              <a:ext uri="{FF2B5EF4-FFF2-40B4-BE49-F238E27FC236}">
                <a16:creationId xmlns:a16="http://schemas.microsoft.com/office/drawing/2014/main" id="{A653A0F0-701A-4A94-BA22-D952A5B85A51}"/>
              </a:ext>
            </a:extLst>
          </p:cNvPr>
          <p:cNvSpPr/>
          <p:nvPr/>
        </p:nvSpPr>
        <p:spPr>
          <a:xfrm>
            <a:off x="4325006" y="3090619"/>
            <a:ext cx="3194304" cy="954107"/>
          </a:xfrm>
          <a:prstGeom prst="rect">
            <a:avLst/>
          </a:prstGeom>
          <a:noFill/>
        </p:spPr>
        <p:txBody>
          <a:bodyPr wrap="square" rtlCol="0">
            <a:spAutoFit/>
          </a:bodyPr>
          <a:lstStyle/>
          <a:p>
            <a:r>
              <a:rPr lang="en-US" sz="1400" b="1" dirty="0" smtClean="0">
                <a:solidFill>
                  <a:schemeClr val="tx2"/>
                </a:solidFill>
                <a:latin typeface="Arial"/>
              </a:rPr>
              <a:t>Wasp Class LHD</a:t>
            </a:r>
          </a:p>
          <a:p>
            <a:r>
              <a:rPr lang="en-US" sz="1400" dirty="0" smtClean="0">
                <a:solidFill>
                  <a:schemeClr val="tx2"/>
                </a:solidFill>
                <a:latin typeface="Arial"/>
              </a:rPr>
              <a:t>EASR SPY-6(V)2</a:t>
            </a:r>
          </a:p>
          <a:p>
            <a:r>
              <a:rPr lang="en-US" sz="1400" dirty="0" smtClean="0">
                <a:solidFill>
                  <a:schemeClr val="tx2"/>
                </a:solidFill>
              </a:rPr>
              <a:t>1 X 9 </a:t>
            </a:r>
            <a:r>
              <a:rPr lang="en-US" sz="1400" dirty="0">
                <a:solidFill>
                  <a:schemeClr val="tx2"/>
                </a:solidFill>
              </a:rPr>
              <a:t>RMA </a:t>
            </a:r>
            <a:r>
              <a:rPr lang="en-US" sz="1400" dirty="0" smtClean="0">
                <a:solidFill>
                  <a:schemeClr val="tx2"/>
                </a:solidFill>
              </a:rPr>
              <a:t>(9)</a:t>
            </a:r>
            <a:endParaRPr lang="en-US" sz="1400" dirty="0">
              <a:solidFill>
                <a:schemeClr val="tx2"/>
              </a:solidFill>
            </a:endParaRPr>
          </a:p>
          <a:p>
            <a:endParaRPr lang="en-US" sz="1400" b="1" dirty="0">
              <a:solidFill>
                <a:schemeClr val="tx2"/>
              </a:solidFill>
              <a:latin typeface="Arial"/>
            </a:endParaRPr>
          </a:p>
        </p:txBody>
      </p:sp>
      <p:pic>
        <p:nvPicPr>
          <p:cNvPr id="20" name="Picture 1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807025" y="3702123"/>
            <a:ext cx="2956722" cy="797076"/>
          </a:xfrm>
          <a:prstGeom prst="rect">
            <a:avLst/>
          </a:prstGeom>
        </p:spPr>
      </p:pic>
      <p:sp>
        <p:nvSpPr>
          <p:cNvPr id="23" name="Rectangle 22">
            <a:extLst>
              <a:ext uri="{FF2B5EF4-FFF2-40B4-BE49-F238E27FC236}">
                <a16:creationId xmlns:a16="http://schemas.microsoft.com/office/drawing/2014/main" id="{A653A0F0-701A-4A94-BA22-D952A5B85A51}"/>
              </a:ext>
            </a:extLst>
          </p:cNvPr>
          <p:cNvSpPr/>
          <p:nvPr/>
        </p:nvSpPr>
        <p:spPr>
          <a:xfrm>
            <a:off x="8613061" y="3090597"/>
            <a:ext cx="3194304" cy="954107"/>
          </a:xfrm>
          <a:prstGeom prst="rect">
            <a:avLst/>
          </a:prstGeom>
          <a:noFill/>
        </p:spPr>
        <p:txBody>
          <a:bodyPr wrap="square" rtlCol="0">
            <a:spAutoFit/>
          </a:bodyPr>
          <a:lstStyle/>
          <a:p>
            <a:r>
              <a:rPr lang="en-US" sz="1400" b="1" dirty="0" smtClean="0">
                <a:solidFill>
                  <a:schemeClr val="tx2"/>
                </a:solidFill>
                <a:latin typeface="Arial"/>
              </a:rPr>
              <a:t>America Class LHA</a:t>
            </a:r>
          </a:p>
          <a:p>
            <a:r>
              <a:rPr lang="en-US" sz="1400" dirty="0" smtClean="0">
                <a:solidFill>
                  <a:schemeClr val="tx2"/>
                </a:solidFill>
                <a:latin typeface="Arial"/>
              </a:rPr>
              <a:t>EASR SPY-6(V)2</a:t>
            </a:r>
          </a:p>
          <a:p>
            <a:r>
              <a:rPr lang="en-US" sz="1400" dirty="0" smtClean="0">
                <a:solidFill>
                  <a:schemeClr val="tx2"/>
                </a:solidFill>
              </a:rPr>
              <a:t>1 X 9 </a:t>
            </a:r>
            <a:r>
              <a:rPr lang="en-US" sz="1400" dirty="0">
                <a:solidFill>
                  <a:schemeClr val="tx2"/>
                </a:solidFill>
              </a:rPr>
              <a:t>RMA </a:t>
            </a:r>
            <a:r>
              <a:rPr lang="en-US" sz="1400" dirty="0" smtClean="0">
                <a:solidFill>
                  <a:schemeClr val="tx2"/>
                </a:solidFill>
              </a:rPr>
              <a:t>(9)</a:t>
            </a:r>
            <a:endParaRPr lang="en-US" sz="1400" dirty="0">
              <a:solidFill>
                <a:schemeClr val="tx2"/>
              </a:solidFill>
            </a:endParaRPr>
          </a:p>
          <a:p>
            <a:endParaRPr lang="en-US" sz="1400" b="1" dirty="0">
              <a:solidFill>
                <a:schemeClr val="tx2"/>
              </a:solidFill>
              <a:latin typeface="Arial"/>
            </a:endParaRPr>
          </a:p>
        </p:txBody>
      </p:sp>
    </p:spTree>
    <p:extLst>
      <p:ext uri="{BB962C8B-B14F-4D97-AF65-F5344CB8AC3E}">
        <p14:creationId xmlns:p14="http://schemas.microsoft.com/office/powerpoint/2010/main" val="3222909093"/>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165E6F-54ED-4977-A15E-D44BE7238A65}" type="slidenum">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7" name="Title 6"/>
          <p:cNvSpPr>
            <a:spLocks noGrp="1"/>
          </p:cNvSpPr>
          <p:nvPr>
            <p:ph type="title"/>
          </p:nvPr>
        </p:nvSpPr>
        <p:spPr/>
        <p:txBody>
          <a:bodyPr/>
          <a:lstStyle/>
          <a:p>
            <a:r>
              <a:rPr lang="en-US" dirty="0"/>
              <a:t>SPY-6 Variants – Hardware </a:t>
            </a:r>
            <a:r>
              <a:rPr lang="en-US" dirty="0" smtClean="0"/>
              <a:t>Commonality</a:t>
            </a:r>
            <a:endParaRPr lang="en-US" dirty="0"/>
          </a:p>
        </p:txBody>
      </p:sp>
      <p:sp>
        <p:nvSpPr>
          <p:cNvPr id="9" name="Rounded Rectangle 8"/>
          <p:cNvSpPr/>
          <p:nvPr/>
        </p:nvSpPr>
        <p:spPr bwMode="auto">
          <a:xfrm>
            <a:off x="8852647" y="914400"/>
            <a:ext cx="3052482" cy="2797419"/>
          </a:xfrm>
          <a:prstGeom prst="roundRect">
            <a:avLst>
              <a:gd name="adj" fmla="val 3021"/>
            </a:avLst>
          </a:prstGeom>
          <a:solidFill>
            <a:schemeClr val="bg1"/>
          </a:solidFill>
          <a:ln w="9525" algn="ctr">
            <a:solidFill>
              <a:schemeClr val="accent4"/>
            </a:solidFill>
            <a:miter lim="800000"/>
            <a:headEnd/>
            <a:tailEnd/>
          </a:ln>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10" name="Rounded Rectangle 9"/>
          <p:cNvSpPr/>
          <p:nvPr/>
        </p:nvSpPr>
        <p:spPr bwMode="auto">
          <a:xfrm>
            <a:off x="304799" y="914400"/>
            <a:ext cx="8382001" cy="3048000"/>
          </a:xfrm>
          <a:prstGeom prst="roundRect">
            <a:avLst>
              <a:gd name="adj" fmla="val 3021"/>
            </a:avLst>
          </a:prstGeom>
          <a:solidFill>
            <a:schemeClr val="bg2">
              <a:lumMod val="40000"/>
              <a:lumOff val="60000"/>
            </a:schemeClr>
          </a:solidFill>
          <a:ln w="9525" algn="ctr">
            <a:solidFill>
              <a:schemeClr val="bg1">
                <a:lumMod val="65000"/>
              </a:schemeClr>
            </a:solidFill>
            <a:miter lim="800000"/>
            <a:headEnd/>
            <a:tailEnd/>
          </a:ln>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AN/SPY-6(V)1</a:t>
            </a: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nvGrpSpPr>
          <p:cNvPr id="11" name="Group 10"/>
          <p:cNvGrpSpPr/>
          <p:nvPr/>
        </p:nvGrpSpPr>
        <p:grpSpPr>
          <a:xfrm>
            <a:off x="381000" y="1192504"/>
            <a:ext cx="8229600" cy="1752600"/>
            <a:chOff x="381000" y="1371600"/>
            <a:chExt cx="7848600" cy="1752600"/>
          </a:xfrm>
          <a:solidFill>
            <a:schemeClr val="bg1"/>
          </a:solidFill>
        </p:grpSpPr>
        <p:sp>
          <p:nvSpPr>
            <p:cNvPr id="12" name="Rounded Rectangle 11"/>
            <p:cNvSpPr/>
            <p:nvPr/>
          </p:nvSpPr>
          <p:spPr bwMode="auto">
            <a:xfrm>
              <a:off x="381000" y="1371600"/>
              <a:ext cx="3886200" cy="1752600"/>
            </a:xfrm>
            <a:prstGeom prst="roundRect">
              <a:avLst>
                <a:gd name="adj" fmla="val 3503"/>
              </a:avLst>
            </a:prstGeom>
            <a:grpFill/>
            <a:ln w="9525" algn="ctr">
              <a:solidFill>
                <a:schemeClr val="bg1">
                  <a:lumMod val="6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Antenna </a:t>
              </a:r>
              <a:r>
                <a:rPr kumimoji="0" lang="en-US" sz="105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Subsystem</a:t>
              </a:r>
            </a:p>
          </p:txBody>
        </p:sp>
        <p:sp>
          <p:nvSpPr>
            <p:cNvPr id="13" name="Rounded Rectangle 12"/>
            <p:cNvSpPr/>
            <p:nvPr/>
          </p:nvSpPr>
          <p:spPr bwMode="auto">
            <a:xfrm>
              <a:off x="4343400" y="1371600"/>
              <a:ext cx="3886200" cy="1752600"/>
            </a:xfrm>
            <a:prstGeom prst="roundRect">
              <a:avLst>
                <a:gd name="adj" fmla="val 3503"/>
              </a:avLst>
            </a:prstGeom>
            <a:grpFill/>
            <a:ln w="9525" algn="ctr">
              <a:solidFill>
                <a:srgbClr val="008FFA"/>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Back End Processing Subsystem</a:t>
              </a:r>
              <a:endParaRPr kumimoji="0" lang="en-US" sz="105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sp>
        <p:nvSpPr>
          <p:cNvPr id="14" name="Rounded Rectangle 13"/>
          <p:cNvSpPr/>
          <p:nvPr/>
        </p:nvSpPr>
        <p:spPr bwMode="auto">
          <a:xfrm>
            <a:off x="2637893" y="1387734"/>
            <a:ext cx="1747223" cy="1483393"/>
          </a:xfrm>
          <a:prstGeom prst="roundRect">
            <a:avLst>
              <a:gd name="adj" fmla="val 3503"/>
            </a:avLst>
          </a:prstGeom>
          <a:solidFill>
            <a:schemeClr val="bg1"/>
          </a:solidFill>
          <a:ln w="9525" algn="ctr">
            <a:solidFill>
              <a:schemeClr val="bg1">
                <a:lumMod val="6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Array </a:t>
            </a:r>
            <a:r>
              <a:rPr kumimoji="0" lang="en-US" sz="9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Structure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4 Faces, 37 RMAs/Face</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nvGrpSpPr>
          <p:cNvPr id="15" name="Group 14"/>
          <p:cNvGrpSpPr/>
          <p:nvPr/>
        </p:nvGrpSpPr>
        <p:grpSpPr>
          <a:xfrm>
            <a:off x="453864" y="1387734"/>
            <a:ext cx="2129428" cy="1483393"/>
            <a:chOff x="457200" y="1371600"/>
            <a:chExt cx="2819400" cy="1752600"/>
          </a:xfrm>
        </p:grpSpPr>
        <p:sp>
          <p:nvSpPr>
            <p:cNvPr id="16" name="Rounded Rectangle 15"/>
            <p:cNvSpPr/>
            <p:nvPr/>
          </p:nvSpPr>
          <p:spPr bwMode="auto">
            <a:xfrm>
              <a:off x="457200" y="1371600"/>
              <a:ext cx="1371600" cy="838200"/>
            </a:xfrm>
            <a:prstGeom prst="roundRect">
              <a:avLst>
                <a:gd name="adj" fmla="val 8058"/>
              </a:avLst>
            </a:prstGeom>
            <a:solidFill>
              <a:schemeClr val="bg1"/>
            </a:solidFill>
            <a:ln w="9525" algn="ctr">
              <a:solidFill>
                <a:schemeClr val="bg1">
                  <a:lumMod val="6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Radiator</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17" name="Rounded Rectangle 16"/>
            <p:cNvSpPr/>
            <p:nvPr/>
          </p:nvSpPr>
          <p:spPr bwMode="auto">
            <a:xfrm>
              <a:off x="1905000" y="1371600"/>
              <a:ext cx="1371600" cy="838200"/>
            </a:xfrm>
            <a:prstGeom prst="roundRect">
              <a:avLst>
                <a:gd name="adj" fmla="val 8058"/>
              </a:avLst>
            </a:prstGeom>
            <a:solidFill>
              <a:schemeClr val="bg1"/>
            </a:solidFill>
            <a:ln w="9525" algn="ctr">
              <a:solidFill>
                <a:schemeClr val="bg1">
                  <a:lumMod val="6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Radar Modular </a:t>
              </a:r>
              <a:b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b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Assembly (RMA)</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18" name="Rounded Rectangle 17"/>
            <p:cNvSpPr/>
            <p:nvPr/>
          </p:nvSpPr>
          <p:spPr bwMode="auto">
            <a:xfrm>
              <a:off x="457200" y="2286000"/>
              <a:ext cx="1371600" cy="838200"/>
            </a:xfrm>
            <a:prstGeom prst="roundRect">
              <a:avLst>
                <a:gd name="adj" fmla="val 8058"/>
              </a:avLst>
            </a:prstGeom>
            <a:solidFill>
              <a:schemeClr val="bg1"/>
            </a:solidFill>
            <a:ln w="9525" algn="ctr">
              <a:solidFill>
                <a:schemeClr val="bg1">
                  <a:lumMod val="6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Calibration RMA</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19" name="Rounded Rectangle 18"/>
            <p:cNvSpPr/>
            <p:nvPr/>
          </p:nvSpPr>
          <p:spPr bwMode="auto">
            <a:xfrm>
              <a:off x="1905000" y="2286000"/>
              <a:ext cx="1371600" cy="838200"/>
            </a:xfrm>
            <a:prstGeom prst="roundRect">
              <a:avLst>
                <a:gd name="adj" fmla="val 8058"/>
              </a:avLst>
            </a:prstGeom>
            <a:solidFill>
              <a:schemeClr val="bg1"/>
            </a:solidFill>
            <a:ln w="9525" algn="ctr">
              <a:solidFill>
                <a:schemeClr val="bg1">
                  <a:lumMod val="6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INS</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sp>
        <p:nvSpPr>
          <p:cNvPr id="20" name="Rounded Rectangle 19"/>
          <p:cNvSpPr/>
          <p:nvPr/>
        </p:nvSpPr>
        <p:spPr bwMode="auto">
          <a:xfrm>
            <a:off x="304800" y="4065330"/>
            <a:ext cx="3756454" cy="2259270"/>
          </a:xfrm>
          <a:prstGeom prst="roundRect">
            <a:avLst>
              <a:gd name="adj" fmla="val 4333"/>
            </a:avLst>
          </a:prstGeom>
          <a:solidFill>
            <a:schemeClr val="bg2">
              <a:lumMod val="40000"/>
              <a:lumOff val="60000"/>
            </a:schemeClr>
          </a:solidFill>
          <a:ln w="9525" algn="ctr">
            <a:solidFill>
              <a:schemeClr val="bg1">
                <a:lumMod val="65000"/>
              </a:schemeClr>
            </a:solidFill>
            <a:miter lim="800000"/>
            <a:headEnd/>
            <a:tailEnd/>
          </a:ln>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AN/SPY-6(V)2</a:t>
            </a: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nvGrpSpPr>
          <p:cNvPr id="21" name="Group 20"/>
          <p:cNvGrpSpPr/>
          <p:nvPr/>
        </p:nvGrpSpPr>
        <p:grpSpPr>
          <a:xfrm>
            <a:off x="2619162" y="1692118"/>
            <a:ext cx="1819349" cy="1143224"/>
            <a:chOff x="2619162" y="1844518"/>
            <a:chExt cx="1819349" cy="1143224"/>
          </a:xfrm>
        </p:grpSpPr>
        <p:pic>
          <p:nvPicPr>
            <p:cNvPr id="22" name="Picture 21" descr="C:\D Drive\01 Program Data Files\AMDR\Graphics\Best TIfs &amp; Pics\Array face 2 skew.tif"/>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t="6102" r="20742"/>
            <a:stretch/>
          </p:blipFill>
          <p:spPr bwMode="auto">
            <a:xfrm>
              <a:off x="3444491" y="1844518"/>
              <a:ext cx="994020" cy="1143224"/>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pic>
          <p:nvPicPr>
            <p:cNvPr id="23" name="Picture 22" descr="C:\D Drive\01 Program Data Files\AMDR\Graphics\Best TIfs &amp; Pics\Array face 2 skew.tif"/>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t="6102" r="20742"/>
            <a:stretch/>
          </p:blipFill>
          <p:spPr bwMode="auto">
            <a:xfrm>
              <a:off x="3169382" y="1844518"/>
              <a:ext cx="994020" cy="1143224"/>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pic>
          <p:nvPicPr>
            <p:cNvPr id="24" name="Picture 23" descr="C:\D Drive\01 Program Data Files\AMDR\Graphics\Best TIfs &amp; Pics\Array face 2 skew.tif"/>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t="6102" r="20742"/>
            <a:stretch/>
          </p:blipFill>
          <p:spPr bwMode="auto">
            <a:xfrm>
              <a:off x="2894272" y="1844518"/>
              <a:ext cx="994020" cy="1143224"/>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pic>
          <p:nvPicPr>
            <p:cNvPr id="25" name="Picture 24" descr="C:\D Drive\01 Program Data Files\AMDR\Graphics\Best TIfs &amp; Pics\Array face 2 skew.tif"/>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t="6102" r="20742"/>
            <a:stretch/>
          </p:blipFill>
          <p:spPr bwMode="auto">
            <a:xfrm>
              <a:off x="2619162" y="1844518"/>
              <a:ext cx="994020" cy="1143224"/>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grpSp>
      <p:sp>
        <p:nvSpPr>
          <p:cNvPr id="26" name="Rounded Rectangle 25"/>
          <p:cNvSpPr/>
          <p:nvPr/>
        </p:nvSpPr>
        <p:spPr bwMode="auto">
          <a:xfrm>
            <a:off x="381000" y="3001280"/>
            <a:ext cx="4074850" cy="891038"/>
          </a:xfrm>
          <a:prstGeom prst="roundRect">
            <a:avLst>
              <a:gd name="adj" fmla="val 6499"/>
            </a:avLst>
          </a:prstGeom>
          <a:solidFill>
            <a:schemeClr val="bg1"/>
          </a:solidFill>
          <a:ln w="9525" algn="ctr">
            <a:solidFill>
              <a:schemeClr val="bg1">
                <a:lumMod val="6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Cooling </a:t>
            </a:r>
            <a:r>
              <a:rPr kumimoji="0" lang="en-US" sz="105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Subsystem</a:t>
            </a:r>
          </a:p>
        </p:txBody>
      </p:sp>
      <p:sp>
        <p:nvSpPr>
          <p:cNvPr id="27" name="Rounded Rectangle 26"/>
          <p:cNvSpPr/>
          <p:nvPr/>
        </p:nvSpPr>
        <p:spPr bwMode="auto">
          <a:xfrm>
            <a:off x="4535750" y="3001280"/>
            <a:ext cx="4074850" cy="891038"/>
          </a:xfrm>
          <a:prstGeom prst="roundRect">
            <a:avLst>
              <a:gd name="adj" fmla="val 5001"/>
            </a:avLst>
          </a:prstGeom>
          <a:solidFill>
            <a:schemeClr val="bg1"/>
          </a:solidFill>
          <a:ln w="9525" algn="ctr">
            <a:solidFill>
              <a:schemeClr val="bg1">
                <a:lumMod val="6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Power Subsystem</a:t>
            </a:r>
            <a:endParaRPr kumimoji="0" lang="en-US" sz="105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nvGrpSpPr>
          <p:cNvPr id="28" name="Group 27"/>
          <p:cNvGrpSpPr/>
          <p:nvPr/>
        </p:nvGrpSpPr>
        <p:grpSpPr>
          <a:xfrm>
            <a:off x="367554" y="4329954"/>
            <a:ext cx="3621740" cy="1918447"/>
            <a:chOff x="367554" y="4482354"/>
            <a:chExt cx="3599328" cy="1918447"/>
          </a:xfrm>
          <a:solidFill>
            <a:schemeClr val="bg1"/>
          </a:solidFill>
        </p:grpSpPr>
        <p:sp>
          <p:nvSpPr>
            <p:cNvPr id="29" name="Rounded Rectangle 28"/>
            <p:cNvSpPr/>
            <p:nvPr/>
          </p:nvSpPr>
          <p:spPr bwMode="auto">
            <a:xfrm>
              <a:off x="367554" y="4482354"/>
              <a:ext cx="1766656" cy="1222093"/>
            </a:xfrm>
            <a:prstGeom prst="roundRect">
              <a:avLst>
                <a:gd name="adj" fmla="val 3503"/>
              </a:avLst>
            </a:prstGeom>
            <a:grpFill/>
            <a:ln w="9525" algn="ctr">
              <a:solidFill>
                <a:schemeClr val="bg1">
                  <a:lumMod val="6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Antenna </a:t>
              </a:r>
              <a:r>
                <a:rPr kumimoji="0" lang="en-US" sz="9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Subsystem</a:t>
              </a:r>
            </a:p>
          </p:txBody>
        </p:sp>
        <p:sp>
          <p:nvSpPr>
            <p:cNvPr id="30" name="Rounded Rectangle 29"/>
            <p:cNvSpPr/>
            <p:nvPr/>
          </p:nvSpPr>
          <p:spPr bwMode="auto">
            <a:xfrm>
              <a:off x="2200226" y="4482354"/>
              <a:ext cx="1766656" cy="1222093"/>
            </a:xfrm>
            <a:prstGeom prst="roundRect">
              <a:avLst>
                <a:gd name="adj" fmla="val 3503"/>
              </a:avLst>
            </a:prstGeom>
            <a:gradFill>
              <a:gsLst>
                <a:gs pos="45000">
                  <a:schemeClr val="accent1"/>
                </a:gs>
                <a:gs pos="55000">
                  <a:schemeClr val="accent5"/>
                </a:gs>
              </a:gsLst>
              <a:lin ang="2700000" scaled="0"/>
            </a:gradFill>
            <a:ln w="9525" algn="ctr">
              <a:solidFill>
                <a:srgbClr val="7C7F61"/>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Back End Processing </a:t>
              </a:r>
              <a:br>
                <a:rPr kumimoji="0" lang="en-US" sz="900" b="1"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1"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Subsystem</a:t>
              </a:r>
              <a:endParaRPr kumimoji="0" lang="en-US" sz="9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31" name="Rounded Rectangle 30"/>
            <p:cNvSpPr/>
            <p:nvPr/>
          </p:nvSpPr>
          <p:spPr bwMode="auto">
            <a:xfrm>
              <a:off x="367554" y="5779478"/>
              <a:ext cx="1766656" cy="621323"/>
            </a:xfrm>
            <a:prstGeom prst="roundRect">
              <a:avLst>
                <a:gd name="adj" fmla="val 6499"/>
              </a:avLst>
            </a:prstGeom>
            <a:solidFill>
              <a:schemeClr val="accent2"/>
            </a:solidFill>
            <a:ln w="9525" algn="ctr">
              <a:solidFill>
                <a:schemeClr val="accent2">
                  <a:lumMod val="7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Cooling </a:t>
              </a:r>
              <a:r>
                <a:rPr kumimoji="0" lang="en-US" sz="9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Subsystem</a:t>
              </a:r>
            </a:p>
          </p:txBody>
        </p:sp>
        <p:sp>
          <p:nvSpPr>
            <p:cNvPr id="32" name="Rounded Rectangle 31"/>
            <p:cNvSpPr/>
            <p:nvPr/>
          </p:nvSpPr>
          <p:spPr bwMode="auto">
            <a:xfrm>
              <a:off x="2200226" y="5779478"/>
              <a:ext cx="1766656" cy="621323"/>
            </a:xfrm>
            <a:prstGeom prst="roundRect">
              <a:avLst>
                <a:gd name="adj" fmla="val 5001"/>
              </a:avLst>
            </a:prstGeom>
            <a:solidFill>
              <a:schemeClr val="accent2"/>
            </a:solidFill>
            <a:ln w="9525" algn="ctr">
              <a:solidFill>
                <a:schemeClr val="accent2">
                  <a:lumMod val="7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Power Subsystem</a:t>
              </a:r>
              <a:endParaRPr kumimoji="0" lang="en-US" sz="9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sp>
        <p:nvSpPr>
          <p:cNvPr id="33" name="Rounded Rectangle 32"/>
          <p:cNvSpPr/>
          <p:nvPr/>
        </p:nvSpPr>
        <p:spPr bwMode="auto">
          <a:xfrm>
            <a:off x="4226859" y="4065330"/>
            <a:ext cx="3756454" cy="2259270"/>
          </a:xfrm>
          <a:prstGeom prst="roundRect">
            <a:avLst>
              <a:gd name="adj" fmla="val 4333"/>
            </a:avLst>
          </a:prstGeom>
          <a:solidFill>
            <a:schemeClr val="bg2">
              <a:lumMod val="40000"/>
              <a:lumOff val="60000"/>
            </a:schemeClr>
          </a:solidFill>
          <a:ln w="9525" algn="ctr">
            <a:solidFill>
              <a:schemeClr val="bg1">
                <a:lumMod val="65000"/>
              </a:schemeClr>
            </a:solidFill>
            <a:miter lim="800000"/>
            <a:headEnd/>
            <a:tailEnd/>
          </a:ln>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AN/SPY-6(V)3</a:t>
            </a: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nvGrpSpPr>
          <p:cNvPr id="34" name="Group 33"/>
          <p:cNvGrpSpPr/>
          <p:nvPr/>
        </p:nvGrpSpPr>
        <p:grpSpPr>
          <a:xfrm>
            <a:off x="4289613" y="4329954"/>
            <a:ext cx="3621740" cy="1918447"/>
            <a:chOff x="367554" y="4482354"/>
            <a:chExt cx="3599328" cy="1918447"/>
          </a:xfrm>
          <a:solidFill>
            <a:schemeClr val="bg1"/>
          </a:solidFill>
        </p:grpSpPr>
        <p:sp>
          <p:nvSpPr>
            <p:cNvPr id="35" name="Rounded Rectangle 34"/>
            <p:cNvSpPr/>
            <p:nvPr/>
          </p:nvSpPr>
          <p:spPr bwMode="auto">
            <a:xfrm>
              <a:off x="367554" y="4482354"/>
              <a:ext cx="1766656" cy="1222093"/>
            </a:xfrm>
            <a:prstGeom prst="roundRect">
              <a:avLst>
                <a:gd name="adj" fmla="val 3503"/>
              </a:avLst>
            </a:prstGeom>
            <a:grpFill/>
            <a:ln w="9525" algn="ctr">
              <a:solidFill>
                <a:schemeClr val="bg1">
                  <a:lumMod val="6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Antenna </a:t>
              </a:r>
              <a:r>
                <a:rPr kumimoji="0" lang="en-US" sz="9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Subsystem</a:t>
              </a:r>
            </a:p>
          </p:txBody>
        </p:sp>
        <p:sp>
          <p:nvSpPr>
            <p:cNvPr id="36" name="Rounded Rectangle 35"/>
            <p:cNvSpPr/>
            <p:nvPr/>
          </p:nvSpPr>
          <p:spPr bwMode="auto">
            <a:xfrm>
              <a:off x="2200226" y="4482354"/>
              <a:ext cx="1766656" cy="1222093"/>
            </a:xfrm>
            <a:prstGeom prst="roundRect">
              <a:avLst>
                <a:gd name="adj" fmla="val 3503"/>
              </a:avLst>
            </a:prstGeom>
            <a:solidFill>
              <a:schemeClr val="accent1"/>
            </a:solidFill>
            <a:ln w="9525" algn="ctr">
              <a:solidFill>
                <a:schemeClr val="accent1">
                  <a:lumMod val="7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Back End Processing </a:t>
              </a:r>
              <a:br>
                <a:rPr kumimoji="0" lang="en-US" sz="900" b="1"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1"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Subsystem</a:t>
              </a:r>
              <a:endParaRPr kumimoji="0" lang="en-US" sz="9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37" name="Rounded Rectangle 36"/>
            <p:cNvSpPr/>
            <p:nvPr/>
          </p:nvSpPr>
          <p:spPr bwMode="auto">
            <a:xfrm>
              <a:off x="367554" y="5779478"/>
              <a:ext cx="1766656" cy="621323"/>
            </a:xfrm>
            <a:prstGeom prst="roundRect">
              <a:avLst>
                <a:gd name="adj" fmla="val 6499"/>
              </a:avLst>
            </a:prstGeom>
            <a:solidFill>
              <a:schemeClr val="accent1"/>
            </a:solidFill>
            <a:ln w="9525" algn="ctr">
              <a:solidFill>
                <a:schemeClr val="accent1">
                  <a:lumMod val="7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Cooling </a:t>
              </a:r>
              <a:r>
                <a:rPr kumimoji="0" lang="en-US" sz="900" b="1" i="0" u="none" strike="noStrike" kern="1200" cap="none" spc="0" normalizeH="0" baseline="0" noProof="0" dirty="0">
                  <a:ln>
                    <a:noFill/>
                  </a:ln>
                  <a:solidFill>
                    <a:prstClr val="white"/>
                  </a:solidFill>
                  <a:effectLst/>
                  <a:uLnTx/>
                  <a:uFillTx/>
                  <a:latin typeface="Arial" pitchFamily="34" charset="0"/>
                  <a:ea typeface="+mn-ea"/>
                  <a:cs typeface="Arial" pitchFamily="34" charset="0"/>
                </a:rPr>
                <a:t>Subsystem</a:t>
              </a:r>
            </a:p>
          </p:txBody>
        </p:sp>
        <p:sp>
          <p:nvSpPr>
            <p:cNvPr id="38" name="Rounded Rectangle 37"/>
            <p:cNvSpPr/>
            <p:nvPr/>
          </p:nvSpPr>
          <p:spPr bwMode="auto">
            <a:xfrm>
              <a:off x="2200226" y="5779478"/>
              <a:ext cx="1766656" cy="621323"/>
            </a:xfrm>
            <a:prstGeom prst="roundRect">
              <a:avLst>
                <a:gd name="adj" fmla="val 5001"/>
              </a:avLst>
            </a:prstGeom>
            <a:solidFill>
              <a:schemeClr val="accent1"/>
            </a:solidFill>
            <a:ln w="9525" algn="ctr">
              <a:solidFill>
                <a:schemeClr val="accent1">
                  <a:lumMod val="7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Power Subsystem</a:t>
              </a:r>
              <a:endParaRPr kumimoji="0" lang="en-US" sz="9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grpSp>
      <p:sp>
        <p:nvSpPr>
          <p:cNvPr id="39" name="Rounded Rectangle 38"/>
          <p:cNvSpPr/>
          <p:nvPr/>
        </p:nvSpPr>
        <p:spPr bwMode="auto">
          <a:xfrm>
            <a:off x="8148917" y="4065329"/>
            <a:ext cx="4043083" cy="2259271"/>
          </a:xfrm>
          <a:prstGeom prst="roundRect">
            <a:avLst>
              <a:gd name="adj" fmla="val 4333"/>
            </a:avLst>
          </a:prstGeom>
          <a:solidFill>
            <a:schemeClr val="bg2">
              <a:lumMod val="40000"/>
              <a:lumOff val="60000"/>
            </a:schemeClr>
          </a:solidFill>
          <a:ln w="9525" algn="ctr">
            <a:solidFill>
              <a:schemeClr val="bg1">
                <a:lumMod val="65000"/>
              </a:schemeClr>
            </a:solidFill>
            <a:miter lim="800000"/>
            <a:headEnd/>
            <a:tailEnd/>
          </a:ln>
        </p:spPr>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AN/SPY-6(V)4</a:t>
            </a: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nvGrpSpPr>
          <p:cNvPr id="40" name="Group 39"/>
          <p:cNvGrpSpPr/>
          <p:nvPr/>
        </p:nvGrpSpPr>
        <p:grpSpPr>
          <a:xfrm>
            <a:off x="8211672" y="4329954"/>
            <a:ext cx="3867012" cy="1956938"/>
            <a:chOff x="367554" y="4482354"/>
            <a:chExt cx="3843081" cy="1956938"/>
          </a:xfrm>
          <a:solidFill>
            <a:schemeClr val="bg1"/>
          </a:solidFill>
        </p:grpSpPr>
        <p:sp>
          <p:nvSpPr>
            <p:cNvPr id="41" name="Rounded Rectangle 40"/>
            <p:cNvSpPr/>
            <p:nvPr/>
          </p:nvSpPr>
          <p:spPr bwMode="auto">
            <a:xfrm>
              <a:off x="367554" y="4482354"/>
              <a:ext cx="1766656" cy="1222093"/>
            </a:xfrm>
            <a:prstGeom prst="roundRect">
              <a:avLst>
                <a:gd name="adj" fmla="val 3503"/>
              </a:avLst>
            </a:prstGeom>
            <a:grpFill/>
            <a:ln w="9525" algn="ctr">
              <a:solidFill>
                <a:schemeClr val="bg1">
                  <a:lumMod val="6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Antenna </a:t>
              </a:r>
              <a:r>
                <a:rPr kumimoji="0" lang="en-US" sz="9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Subsystem</a:t>
              </a:r>
            </a:p>
          </p:txBody>
        </p:sp>
        <p:sp>
          <p:nvSpPr>
            <p:cNvPr id="42" name="Rounded Rectangle 41"/>
            <p:cNvSpPr/>
            <p:nvPr/>
          </p:nvSpPr>
          <p:spPr bwMode="auto">
            <a:xfrm>
              <a:off x="2200226" y="4482354"/>
              <a:ext cx="1948706" cy="1222093"/>
            </a:xfrm>
            <a:prstGeom prst="roundRect">
              <a:avLst>
                <a:gd name="adj" fmla="val 3503"/>
              </a:avLst>
            </a:prstGeom>
            <a:solidFill>
              <a:schemeClr val="accent3"/>
            </a:solidFill>
            <a:ln w="9525" algn="ctr">
              <a:solidFill>
                <a:schemeClr val="accent3">
                  <a:lumMod val="7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Back End Processing </a:t>
              </a:r>
              <a:br>
                <a:rPr kumimoji="0" lang="en-US" sz="9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br>
              <a:r>
                <a:rPr kumimoji="0" lang="en-US" sz="9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Subsystem</a:t>
              </a:r>
              <a:endParaRPr kumimoji="0" lang="en-US" sz="9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43" name="Rounded Rectangle 42"/>
            <p:cNvSpPr/>
            <p:nvPr/>
          </p:nvSpPr>
          <p:spPr bwMode="auto">
            <a:xfrm>
              <a:off x="367554" y="5779478"/>
              <a:ext cx="1346109" cy="621323"/>
            </a:xfrm>
            <a:prstGeom prst="roundRect">
              <a:avLst>
                <a:gd name="adj" fmla="val 6499"/>
              </a:avLst>
            </a:prstGeom>
            <a:solidFill>
              <a:schemeClr val="accent3"/>
            </a:solidFill>
            <a:ln w="9525" algn="ctr">
              <a:solidFill>
                <a:schemeClr val="accent3">
                  <a:lumMod val="7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Cooling </a:t>
              </a:r>
              <a:r>
                <a:rPr kumimoji="0" lang="en-US" sz="9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Subsystem</a:t>
              </a:r>
            </a:p>
          </p:txBody>
        </p:sp>
        <p:sp>
          <p:nvSpPr>
            <p:cNvPr id="44" name="Rounded Rectangle 43"/>
            <p:cNvSpPr/>
            <p:nvPr/>
          </p:nvSpPr>
          <p:spPr bwMode="auto">
            <a:xfrm>
              <a:off x="1766660" y="5741770"/>
              <a:ext cx="2443975" cy="697522"/>
            </a:xfrm>
            <a:prstGeom prst="roundRect">
              <a:avLst>
                <a:gd name="adj" fmla="val 5001"/>
              </a:avLst>
            </a:prstGeom>
            <a:grpFill/>
            <a:ln w="9525" algn="ctr">
              <a:solidFill>
                <a:schemeClr val="bg1">
                  <a:lumMod val="65000"/>
                </a:schemeClr>
              </a:solidFill>
              <a:miter lim="800000"/>
              <a:headEnd/>
              <a:tailEnd/>
            </a:ln>
          </p:spPr>
          <p:txBody>
            <a:bodyPr wrap="non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Power Subsystem</a:t>
              </a:r>
              <a:endParaRPr kumimoji="0" lang="en-US" sz="9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grpSp>
      <p:sp>
        <p:nvSpPr>
          <p:cNvPr id="45" name="Rectangle 44"/>
          <p:cNvSpPr/>
          <p:nvPr/>
        </p:nvSpPr>
        <p:spPr>
          <a:xfrm>
            <a:off x="8955740" y="966141"/>
            <a:ext cx="2138082" cy="189604"/>
          </a:xfrm>
          <a:prstGeom prst="rect">
            <a:avLst/>
          </a:prstGeom>
        </p:spPr>
        <p:txBody>
          <a:bodyPr wrap="square" lIns="0" tIns="0" rIns="0" bIns="0">
            <a:spAutoFit/>
          </a:bodyPr>
          <a:lstStyle/>
          <a:p>
            <a:pPr marL="0" marR="0" lvl="0" indent="0" algn="l" defTabSz="914400" rtl="0" eaLnBrk="1" fontAlgn="auto" latinLnBrk="0" hangingPunct="1">
              <a:lnSpc>
                <a:spcPct val="88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SPY-6 Family </a:t>
            </a: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of Radars</a:t>
            </a:r>
          </a:p>
        </p:txBody>
      </p:sp>
      <p:sp>
        <p:nvSpPr>
          <p:cNvPr id="46" name="Rectangle 45"/>
          <p:cNvSpPr/>
          <p:nvPr/>
        </p:nvSpPr>
        <p:spPr>
          <a:xfrm>
            <a:off x="8955740" y="1167846"/>
            <a:ext cx="999565" cy="158930"/>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9ABEC0"/>
                </a:solidFill>
                <a:effectLst/>
                <a:uLnTx/>
                <a:uFillTx/>
                <a:latin typeface="Arial" pitchFamily="34" charset="0"/>
                <a:ea typeface="+mn-ea"/>
                <a:cs typeface="Arial" pitchFamily="34" charset="0"/>
              </a:rPr>
              <a:t>AN/SPY-6(V)1</a:t>
            </a:r>
          </a:p>
        </p:txBody>
      </p:sp>
      <p:sp>
        <p:nvSpPr>
          <p:cNvPr id="47" name="Rectangle 46"/>
          <p:cNvSpPr/>
          <p:nvPr/>
        </p:nvSpPr>
        <p:spPr>
          <a:xfrm>
            <a:off x="9081248" y="1351621"/>
            <a:ext cx="999565" cy="110800"/>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Flight III Destroyers</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cxnSp>
        <p:nvCxnSpPr>
          <p:cNvPr id="48" name="Straight Connector 47"/>
          <p:cNvCxnSpPr/>
          <p:nvPr/>
        </p:nvCxnSpPr>
        <p:spPr>
          <a:xfrm>
            <a:off x="8910918" y="1506243"/>
            <a:ext cx="2913529"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8955740" y="1522298"/>
            <a:ext cx="1618130" cy="153888"/>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smtClean="0">
                <a:ln>
                  <a:noFill/>
                </a:ln>
                <a:solidFill>
                  <a:srgbClr val="9ABEC0"/>
                </a:solidFill>
                <a:effectLst/>
                <a:uLnTx/>
                <a:uFillTx/>
                <a:latin typeface="Arial" pitchFamily="34" charset="0"/>
                <a:ea typeface="+mn-ea"/>
                <a:cs typeface="Arial" pitchFamily="34" charset="0"/>
              </a:rPr>
              <a:t>AN/SPY-6(V)2 </a:t>
            </a:r>
            <a:r>
              <a:rPr kumimoji="0" lang="en-US" sz="800" b="1" i="0" u="none" strike="noStrike" kern="1200" cap="none" spc="0" normalizeH="0" baseline="0" noProof="0" dirty="0" smtClean="0">
                <a:ln>
                  <a:noFill/>
                </a:ln>
                <a:solidFill>
                  <a:srgbClr val="9ABEC0"/>
                </a:solidFill>
                <a:effectLst/>
                <a:uLnTx/>
                <a:uFillTx/>
                <a:latin typeface="Arial" pitchFamily="34" charset="0"/>
                <a:ea typeface="+mn-ea"/>
                <a:cs typeface="Arial" pitchFamily="34" charset="0"/>
              </a:rPr>
              <a:t>(Rotator)</a:t>
            </a:r>
            <a:endParaRPr kumimoji="0" lang="en-US" sz="800" b="1" i="0" u="none" strike="noStrike" kern="1200" cap="none" spc="0" normalizeH="0" baseline="0" noProof="0" dirty="0">
              <a:ln>
                <a:noFill/>
              </a:ln>
              <a:solidFill>
                <a:srgbClr val="9ABEC0"/>
              </a:solidFill>
              <a:effectLst/>
              <a:uLnTx/>
              <a:uFillTx/>
              <a:latin typeface="Arial" pitchFamily="34" charset="0"/>
              <a:ea typeface="+mn-ea"/>
              <a:cs typeface="Arial" pitchFamily="34" charset="0"/>
            </a:endParaRPr>
          </a:p>
        </p:txBody>
      </p:sp>
      <p:sp>
        <p:nvSpPr>
          <p:cNvPr id="50" name="Rectangle 49"/>
          <p:cNvSpPr/>
          <p:nvPr/>
        </p:nvSpPr>
        <p:spPr>
          <a:xfrm>
            <a:off x="9081248" y="1706073"/>
            <a:ext cx="1605802" cy="221599"/>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Amphibious Assault Ships</a:t>
            </a:r>
            <a:b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b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(LHAs &amp; LHDs)</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51" name="Rectangle 50"/>
          <p:cNvSpPr/>
          <p:nvPr/>
        </p:nvSpPr>
        <p:spPr>
          <a:xfrm>
            <a:off x="9081248" y="1956232"/>
            <a:ext cx="1328844" cy="221599"/>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Amphibious </a:t>
            </a: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Transport </a:t>
            </a:r>
            <a:b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b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Dock Ships (LPDs) </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52" name="Rectangle 51"/>
          <p:cNvSpPr/>
          <p:nvPr/>
        </p:nvSpPr>
        <p:spPr>
          <a:xfrm>
            <a:off x="9081248" y="2227493"/>
            <a:ext cx="1107141" cy="221599"/>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Nimitz Class </a:t>
            </a:r>
            <a:b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b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Aircraft Carriers</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cxnSp>
        <p:nvCxnSpPr>
          <p:cNvPr id="53" name="Straight Connector 52"/>
          <p:cNvCxnSpPr/>
          <p:nvPr/>
        </p:nvCxnSpPr>
        <p:spPr>
          <a:xfrm>
            <a:off x="8910918" y="2508570"/>
            <a:ext cx="2913529"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4" name="Rectangle 53"/>
          <p:cNvSpPr/>
          <p:nvPr/>
        </p:nvSpPr>
        <p:spPr>
          <a:xfrm>
            <a:off x="8955740" y="2528934"/>
            <a:ext cx="999565" cy="158930"/>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smtClean="0">
                <a:ln>
                  <a:noFill/>
                </a:ln>
                <a:solidFill>
                  <a:srgbClr val="9ABEC0"/>
                </a:solidFill>
                <a:effectLst/>
                <a:uLnTx/>
                <a:uFillTx/>
                <a:latin typeface="Arial" pitchFamily="34" charset="0"/>
                <a:ea typeface="+mn-ea"/>
                <a:cs typeface="Arial" pitchFamily="34" charset="0"/>
              </a:rPr>
              <a:t>AN/SPY-6(V)3</a:t>
            </a:r>
            <a:endParaRPr kumimoji="0" lang="en-US" sz="1000" b="1" i="0" u="none" strike="noStrike" kern="1200" cap="none" spc="0" normalizeH="0" baseline="0" noProof="0" dirty="0">
              <a:ln>
                <a:noFill/>
              </a:ln>
              <a:solidFill>
                <a:srgbClr val="9ABEC0"/>
              </a:solidFill>
              <a:effectLst/>
              <a:uLnTx/>
              <a:uFillTx/>
              <a:latin typeface="Arial" pitchFamily="34" charset="0"/>
              <a:ea typeface="+mn-ea"/>
              <a:cs typeface="Arial" pitchFamily="34" charset="0"/>
            </a:endParaRPr>
          </a:p>
        </p:txBody>
      </p:sp>
      <p:sp>
        <p:nvSpPr>
          <p:cNvPr id="55" name="Rectangle 54"/>
          <p:cNvSpPr/>
          <p:nvPr/>
        </p:nvSpPr>
        <p:spPr>
          <a:xfrm>
            <a:off x="9081248" y="2703657"/>
            <a:ext cx="1107141" cy="221599"/>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Ford Class </a:t>
            </a:r>
            <a:b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b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Aircraft Carriers</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56" name="Rectangle 55"/>
          <p:cNvSpPr/>
          <p:nvPr/>
        </p:nvSpPr>
        <p:spPr>
          <a:xfrm>
            <a:off x="9081248" y="3030523"/>
            <a:ext cx="1094794" cy="221599"/>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Constellation Class Guided Missile Frigates </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cxnSp>
        <p:nvCxnSpPr>
          <p:cNvPr id="57" name="Straight Connector 56"/>
          <p:cNvCxnSpPr/>
          <p:nvPr/>
        </p:nvCxnSpPr>
        <p:spPr>
          <a:xfrm>
            <a:off x="8910918" y="3262638"/>
            <a:ext cx="2913529"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58" name="Group 57"/>
          <p:cNvGrpSpPr/>
          <p:nvPr/>
        </p:nvGrpSpPr>
        <p:grpSpPr>
          <a:xfrm>
            <a:off x="9965481" y="1048532"/>
            <a:ext cx="1820966" cy="2628118"/>
            <a:chOff x="9795062" y="1158479"/>
            <a:chExt cx="2020420" cy="2915981"/>
          </a:xfrm>
        </p:grpSpPr>
        <p:pic>
          <p:nvPicPr>
            <p:cNvPr id="59" name="Picture 5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28729" y="1158479"/>
              <a:ext cx="1582271" cy="464134"/>
            </a:xfrm>
            <a:prstGeom prst="rect">
              <a:avLst/>
            </a:prstGeom>
          </p:spPr>
        </p:pic>
        <p:pic>
          <p:nvPicPr>
            <p:cNvPr id="60" name="Picture 59"/>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0589849" y="3318952"/>
              <a:ext cx="1004701" cy="254524"/>
            </a:xfrm>
            <a:prstGeom prst="rect">
              <a:avLst/>
            </a:prstGeom>
          </p:spPr>
        </p:pic>
        <p:pic>
          <p:nvPicPr>
            <p:cNvPr id="61" name="Picture 60"/>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0556647" y="1701412"/>
              <a:ext cx="1249868" cy="324965"/>
            </a:xfrm>
            <a:prstGeom prst="rect">
              <a:avLst/>
            </a:prstGeom>
          </p:spPr>
        </p:pic>
        <p:pic>
          <p:nvPicPr>
            <p:cNvPr id="62" name="Picture 61"/>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874623" y="2371944"/>
              <a:ext cx="1940859" cy="354647"/>
            </a:xfrm>
            <a:prstGeom prst="rect">
              <a:avLst/>
            </a:prstGeom>
          </p:spPr>
        </p:pic>
        <p:pic>
          <p:nvPicPr>
            <p:cNvPr id="63" name="Picture 62"/>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10367682" y="2065211"/>
              <a:ext cx="1402978" cy="295238"/>
            </a:xfrm>
            <a:prstGeom prst="rect">
              <a:avLst/>
            </a:prstGeom>
          </p:spPr>
        </p:pic>
        <p:pic>
          <p:nvPicPr>
            <p:cNvPr id="64" name="Picture 63"/>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9795062" y="2845929"/>
              <a:ext cx="2006973" cy="394814"/>
            </a:xfrm>
            <a:prstGeom prst="rect">
              <a:avLst/>
            </a:prstGeom>
          </p:spPr>
        </p:pic>
        <p:pic>
          <p:nvPicPr>
            <p:cNvPr id="65" name="Picture 6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28729" y="3610326"/>
              <a:ext cx="1582271" cy="464134"/>
            </a:xfrm>
            <a:prstGeom prst="rect">
              <a:avLst/>
            </a:prstGeom>
          </p:spPr>
        </p:pic>
      </p:grpSp>
      <p:sp>
        <p:nvSpPr>
          <p:cNvPr id="66" name="Rectangle 65"/>
          <p:cNvSpPr/>
          <p:nvPr/>
        </p:nvSpPr>
        <p:spPr>
          <a:xfrm>
            <a:off x="8955740" y="3287568"/>
            <a:ext cx="1447800" cy="30777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smtClean="0">
                <a:ln>
                  <a:noFill/>
                </a:ln>
                <a:solidFill>
                  <a:srgbClr val="9ABEC0"/>
                </a:solidFill>
                <a:effectLst/>
                <a:uLnTx/>
                <a:uFillTx/>
                <a:latin typeface="Arial" pitchFamily="34" charset="0"/>
                <a:ea typeface="+mn-ea"/>
                <a:cs typeface="Arial" pitchFamily="34" charset="0"/>
              </a:rPr>
              <a:t>AN/SPY-6(V)4 </a:t>
            </a:r>
            <a:r>
              <a:rPr kumimoji="0" lang="en-US" sz="800" b="1" i="0" u="none" strike="noStrike" kern="1200" cap="none" spc="0" normalizeH="0" baseline="0" noProof="0" dirty="0" smtClean="0">
                <a:ln>
                  <a:noFill/>
                </a:ln>
                <a:solidFill>
                  <a:srgbClr val="9ABEC0"/>
                </a:solidFill>
                <a:effectLst/>
                <a:uLnTx/>
                <a:uFillTx/>
                <a:latin typeface="Arial" pitchFamily="34" charset="0"/>
                <a:ea typeface="+mn-ea"/>
                <a:cs typeface="Arial" pitchFamily="34" charset="0"/>
              </a:rPr>
              <a:t>(</a:t>
            </a:r>
            <a:r>
              <a:rPr kumimoji="0" lang="en-US" sz="800" b="1" i="0" u="none" strike="noStrike" kern="1200" cap="none" spc="0" normalizeH="0" baseline="0" noProof="0" dirty="0" err="1" smtClean="0">
                <a:ln>
                  <a:noFill/>
                </a:ln>
                <a:solidFill>
                  <a:srgbClr val="9ABEC0"/>
                </a:solidFill>
                <a:effectLst/>
                <a:uLnTx/>
                <a:uFillTx/>
                <a:latin typeface="Arial" pitchFamily="34" charset="0"/>
                <a:ea typeface="+mn-ea"/>
                <a:cs typeface="Arial" pitchFamily="34" charset="0"/>
              </a:rPr>
              <a:t>Backfit</a:t>
            </a:r>
            <a:r>
              <a:rPr kumimoji="0" lang="en-US" sz="800" b="1" i="0" u="none" strike="noStrike" kern="1200" cap="none" spc="0" normalizeH="0" baseline="0" noProof="0" dirty="0" smtClean="0">
                <a:ln>
                  <a:noFill/>
                </a:ln>
                <a:solidFill>
                  <a:srgbClr val="9ABEC0"/>
                </a:solidFill>
                <a:effectLst/>
                <a:uLnTx/>
                <a:uFillTx/>
                <a:latin typeface="Arial" pitchFamily="34" charset="0"/>
                <a:ea typeface="+mn-ea"/>
                <a:cs typeface="Arial" pitchFamily="34" charset="0"/>
              </a:rPr>
              <a:t>)</a:t>
            </a:r>
            <a:endParaRPr kumimoji="0" lang="en-US" sz="1000" b="1" i="0" u="none" strike="noStrike" kern="1200" cap="none" spc="0" normalizeH="0" baseline="0" noProof="0" dirty="0">
              <a:ln>
                <a:noFill/>
              </a:ln>
              <a:solidFill>
                <a:srgbClr val="9ABEC0"/>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9ABEC0"/>
              </a:solidFill>
              <a:effectLst/>
              <a:uLnTx/>
              <a:uFillTx/>
              <a:latin typeface="Arial" pitchFamily="34" charset="0"/>
              <a:ea typeface="+mn-ea"/>
              <a:cs typeface="Arial" pitchFamily="34" charset="0"/>
            </a:endParaRPr>
          </a:p>
        </p:txBody>
      </p:sp>
      <p:sp>
        <p:nvSpPr>
          <p:cNvPr id="67" name="Rectangle 66"/>
          <p:cNvSpPr/>
          <p:nvPr/>
        </p:nvSpPr>
        <p:spPr>
          <a:xfrm>
            <a:off x="9081248" y="3471343"/>
            <a:ext cx="1094794" cy="110800"/>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Flight IIA Destroyers</a:t>
            </a:r>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pic>
        <p:nvPicPr>
          <p:cNvPr id="68" name="Picture 14" descr="C:\D Drive\01 Program Data Files\AMDR\Graphics\Best TIfs &amp; Pics\Radiator.tif"/>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742107" y="1535250"/>
            <a:ext cx="495022" cy="546383"/>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69" name="Picture 12" descr="C:\D Drive\01 Program Data Files\AMDR\Graphics\Best TIfs &amp; Pics\RMA - Loaded.tif"/>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1782348" y="1633174"/>
            <a:ext cx="581617" cy="500426"/>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70" name="Picture 13" descr="C:\D Drive\01 Program Data Files\AMDR\Graphics\Best TIfs &amp; Pics\CAL RMA.tif"/>
          <p:cNvPicPr>
            <a:picLocks noChangeAspect="1" noChangeArrowheads="1"/>
          </p:cNvPicPr>
          <p:nvPr/>
        </p:nvPicPr>
        <p:blipFill>
          <a:blip r:embed="rId12" cstate="print">
            <a:extLst>
              <a:ext uri="{28A0092B-C50C-407E-A947-70E740481C1C}">
                <a14:useLocalDpi xmlns:a14="http://schemas.microsoft.com/office/drawing/2010/main"/>
              </a:ext>
            </a:extLst>
          </a:blip>
          <a:srcRect/>
          <a:stretch>
            <a:fillRect/>
          </a:stretch>
        </p:blipFill>
        <p:spPr bwMode="auto">
          <a:xfrm>
            <a:off x="690438" y="2327099"/>
            <a:ext cx="689956" cy="442926"/>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71" name="Picture 3" descr="C:\D Drive\01 Program Data Files\AMDR\Graphics\Hardware\INS\Honeywell Talin INS Covered.tif"/>
          <p:cNvPicPr>
            <a:picLocks noChangeAspect="1" noChangeArrowheads="1"/>
          </p:cNvPicPr>
          <p:nvPr/>
        </p:nvPicPr>
        <p:blipFill>
          <a:blip r:embed="rId13" cstate="print">
            <a:extLst>
              <a:ext uri="{28A0092B-C50C-407E-A947-70E740481C1C}">
                <a14:useLocalDpi xmlns:a14="http://schemas.microsoft.com/office/drawing/2010/main"/>
              </a:ext>
            </a:extLst>
          </a:blip>
          <a:srcRect/>
          <a:stretch>
            <a:fillRect/>
          </a:stretch>
        </p:blipFill>
        <p:spPr bwMode="auto">
          <a:xfrm>
            <a:off x="1850784" y="2394702"/>
            <a:ext cx="390392" cy="343761"/>
          </a:xfrm>
          <a:prstGeom prst="rect">
            <a:avLst/>
          </a:prstGeom>
          <a:ln>
            <a:noFill/>
          </a:ln>
          <a:effectLst/>
          <a:extLst>
            <a:ext uri="{909E8E84-426E-40DD-AFC4-6F175D3DCCD1}">
              <a14:hiddenFill xmlns:a14="http://schemas.microsoft.com/office/drawing/2010/main">
                <a:solidFill>
                  <a:srgbClr val="FFFFFF"/>
                </a:solidFill>
              </a14:hiddenFill>
            </a:ext>
          </a:extLst>
        </p:spPr>
      </p:pic>
      <p:grpSp>
        <p:nvGrpSpPr>
          <p:cNvPr id="72" name="Group 71"/>
          <p:cNvGrpSpPr/>
          <p:nvPr/>
        </p:nvGrpSpPr>
        <p:grpSpPr>
          <a:xfrm>
            <a:off x="418005" y="4507452"/>
            <a:ext cx="1679735" cy="1001360"/>
            <a:chOff x="457200" y="1371600"/>
            <a:chExt cx="4266194" cy="1760482"/>
          </a:xfrm>
        </p:grpSpPr>
        <p:sp>
          <p:nvSpPr>
            <p:cNvPr id="73" name="Rounded Rectangle 72"/>
            <p:cNvSpPr/>
            <p:nvPr/>
          </p:nvSpPr>
          <p:spPr bwMode="auto">
            <a:xfrm>
              <a:off x="457200" y="1371600"/>
              <a:ext cx="1371600" cy="838200"/>
            </a:xfrm>
            <a:prstGeom prst="roundRect">
              <a:avLst>
                <a:gd name="adj" fmla="val 8058"/>
              </a:avLst>
            </a:prstGeom>
            <a:solidFill>
              <a:schemeClr val="accent5"/>
            </a:solidFill>
            <a:ln w="9525" algn="ctr">
              <a:solidFill>
                <a:schemeClr val="accent5">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Radiator</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74" name="Rounded Rectangle 73"/>
            <p:cNvSpPr/>
            <p:nvPr/>
          </p:nvSpPr>
          <p:spPr bwMode="auto">
            <a:xfrm>
              <a:off x="1905000" y="1371600"/>
              <a:ext cx="1371600" cy="838200"/>
            </a:xfrm>
            <a:prstGeom prst="roundRect">
              <a:avLst>
                <a:gd name="adj" fmla="val 8058"/>
              </a:avLst>
            </a:prstGeom>
            <a:solidFill>
              <a:schemeClr val="accent3"/>
            </a:soli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RMA</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75" name="Rounded Rectangle 74"/>
            <p:cNvSpPr/>
            <p:nvPr/>
          </p:nvSpPr>
          <p:spPr bwMode="auto">
            <a:xfrm>
              <a:off x="457200" y="2286000"/>
              <a:ext cx="1371600" cy="838200"/>
            </a:xfrm>
            <a:prstGeom prst="roundRect">
              <a:avLst>
                <a:gd name="adj" fmla="val 8058"/>
              </a:avLst>
            </a:prstGeom>
            <a:solidFill>
              <a:schemeClr val="accent1"/>
            </a:solidFill>
            <a:ln w="9525" algn="ctr">
              <a:solidFill>
                <a:schemeClr val="accent1"/>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Cal RMA</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76" name="Rounded Rectangle 75"/>
            <p:cNvSpPr/>
            <p:nvPr/>
          </p:nvSpPr>
          <p:spPr bwMode="auto">
            <a:xfrm>
              <a:off x="1905000" y="2286000"/>
              <a:ext cx="1371600" cy="838200"/>
            </a:xfrm>
            <a:prstGeom prst="roundRect">
              <a:avLst>
                <a:gd name="adj" fmla="val 8058"/>
              </a:avLst>
            </a:prstGeom>
            <a:solidFill>
              <a:schemeClr val="accent3"/>
            </a:soli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INS</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77" name="Rounded Rectangle 76"/>
            <p:cNvSpPr/>
            <p:nvPr/>
          </p:nvSpPr>
          <p:spPr bwMode="auto">
            <a:xfrm>
              <a:off x="3351793" y="1371600"/>
              <a:ext cx="1371601" cy="1760482"/>
            </a:xfrm>
            <a:prstGeom prst="roundRect">
              <a:avLst>
                <a:gd name="adj" fmla="val 8058"/>
              </a:avLst>
            </a:prstGeom>
            <a:solidFill>
              <a:schemeClr val="accent2"/>
            </a:solidFill>
            <a:ln w="9525" algn="ctr">
              <a:solidFill>
                <a:schemeClr val="accent2">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Structure</a:t>
              </a:r>
            </a:p>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Narrow" panose="020B0606020202030204" pitchFamily="34" charset="0"/>
                  <a:ea typeface="+mn-ea"/>
                  <a:cs typeface="Arial" pitchFamily="34" charset="0"/>
                </a:rPr>
                <a:t>1 Face Rotator</a:t>
              </a:r>
              <a:r>
                <a:rPr kumimoji="0" lang="en-US" sz="7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rPr>
                <a:t/>
              </a:r>
              <a:br>
                <a:rPr kumimoji="0" lang="en-US" sz="7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rPr>
              </a:br>
              <a:r>
                <a:rPr kumimoji="0" lang="en-US" sz="700" b="0" i="0" u="none" strike="noStrike" kern="1200" cap="none" spc="0" normalizeH="0" baseline="0" noProof="0" smtClean="0">
                  <a:ln>
                    <a:noFill/>
                  </a:ln>
                  <a:solidFill>
                    <a:prstClr val="black"/>
                  </a:solidFill>
                  <a:effectLst/>
                  <a:uLnTx/>
                  <a:uFillTx/>
                  <a:latin typeface="Arial Narrow" panose="020B0606020202030204" pitchFamily="34" charset="0"/>
                  <a:ea typeface="+mn-ea"/>
                  <a:cs typeface="Arial" pitchFamily="34" charset="0"/>
                </a:rPr>
                <a:t>9 RMAs</a:t>
              </a:r>
              <a:endParaRPr kumimoji="0" lang="en-US" sz="7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endParaRPr>
            </a:p>
          </p:txBody>
        </p:sp>
      </p:grpSp>
      <p:sp>
        <p:nvSpPr>
          <p:cNvPr id="78" name="Rounded Rectangle 77"/>
          <p:cNvSpPr/>
          <p:nvPr/>
        </p:nvSpPr>
        <p:spPr bwMode="auto">
          <a:xfrm>
            <a:off x="4349303" y="4507452"/>
            <a:ext cx="540042" cy="476767"/>
          </a:xfrm>
          <a:prstGeom prst="roundRect">
            <a:avLst>
              <a:gd name="adj" fmla="val 8058"/>
            </a:avLst>
          </a:prstGeom>
          <a:solidFill>
            <a:schemeClr val="accent3"/>
          </a:soli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Radiator</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79" name="Rounded Rectangle 78"/>
          <p:cNvSpPr/>
          <p:nvPr/>
        </p:nvSpPr>
        <p:spPr bwMode="auto">
          <a:xfrm>
            <a:off x="4919347" y="4507452"/>
            <a:ext cx="540042" cy="476767"/>
          </a:xfrm>
          <a:prstGeom prst="roundRect">
            <a:avLst>
              <a:gd name="adj" fmla="val 8058"/>
            </a:avLst>
          </a:prstGeom>
          <a:solidFill>
            <a:schemeClr val="accent3"/>
          </a:soli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RMA</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80" name="Rounded Rectangle 79"/>
          <p:cNvSpPr/>
          <p:nvPr/>
        </p:nvSpPr>
        <p:spPr bwMode="auto">
          <a:xfrm>
            <a:off x="4349303" y="5027562"/>
            <a:ext cx="540042" cy="476767"/>
          </a:xfrm>
          <a:prstGeom prst="roundRect">
            <a:avLst>
              <a:gd name="adj" fmla="val 8058"/>
            </a:avLst>
          </a:prstGeom>
          <a:solidFill>
            <a:schemeClr val="accent3"/>
          </a:soli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Cal RMA</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81" name="Rounded Rectangle 80"/>
          <p:cNvSpPr/>
          <p:nvPr/>
        </p:nvSpPr>
        <p:spPr bwMode="auto">
          <a:xfrm>
            <a:off x="4919347" y="5027562"/>
            <a:ext cx="540042" cy="476767"/>
          </a:xfrm>
          <a:prstGeom prst="roundRect">
            <a:avLst>
              <a:gd name="adj" fmla="val 8058"/>
            </a:avLst>
          </a:prstGeom>
          <a:solidFill>
            <a:schemeClr val="accent3"/>
          </a:soli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INS</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82" name="Rounded Rectangle 81"/>
          <p:cNvSpPr/>
          <p:nvPr/>
        </p:nvSpPr>
        <p:spPr bwMode="auto">
          <a:xfrm>
            <a:off x="5488995" y="4507452"/>
            <a:ext cx="540043" cy="1001360"/>
          </a:xfrm>
          <a:prstGeom prst="roundRect">
            <a:avLst>
              <a:gd name="adj" fmla="val 8058"/>
            </a:avLst>
          </a:prstGeom>
          <a:solidFill>
            <a:schemeClr val="accent1"/>
          </a:solidFill>
          <a:ln w="9525" algn="ctr">
            <a:solidFill>
              <a:schemeClr val="accent1">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Structure</a:t>
            </a:r>
          </a:p>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white"/>
                </a:solidFill>
                <a:effectLst/>
                <a:uLnTx/>
                <a:uFillTx/>
                <a:latin typeface="Arial Narrow" panose="020B0606020202030204" pitchFamily="34" charset="0"/>
                <a:ea typeface="+mn-ea"/>
                <a:cs typeface="Arial" pitchFamily="34" charset="0"/>
              </a:rPr>
              <a:t>3 Faces</a:t>
            </a:r>
            <a:br>
              <a:rPr kumimoji="0" lang="en-US" sz="700" b="0" i="0" u="none" strike="noStrike" kern="1200" cap="none" spc="0" normalizeH="0" baseline="0" noProof="0" dirty="0" smtClean="0">
                <a:ln>
                  <a:noFill/>
                </a:ln>
                <a:solidFill>
                  <a:prstClr val="white"/>
                </a:solidFill>
                <a:effectLst/>
                <a:uLnTx/>
                <a:uFillTx/>
                <a:latin typeface="Arial Narrow" panose="020B0606020202030204" pitchFamily="34" charset="0"/>
                <a:ea typeface="+mn-ea"/>
                <a:cs typeface="Arial" pitchFamily="34" charset="0"/>
              </a:rPr>
            </a:br>
            <a:r>
              <a:rPr kumimoji="0" lang="en-US" sz="700" b="0" i="0" u="none" strike="noStrike" kern="1200" cap="none" spc="0" normalizeH="0" baseline="0" noProof="0" dirty="0" smtClean="0">
                <a:ln>
                  <a:noFill/>
                </a:ln>
                <a:solidFill>
                  <a:prstClr val="white"/>
                </a:solidFill>
                <a:effectLst/>
                <a:uLnTx/>
                <a:uFillTx/>
                <a:latin typeface="Arial Narrow" panose="020B0606020202030204" pitchFamily="34" charset="0"/>
                <a:ea typeface="+mn-ea"/>
                <a:cs typeface="Arial" pitchFamily="34" charset="0"/>
              </a:rPr>
              <a:t>9 RMAs/Face</a:t>
            </a:r>
            <a:endParaRPr kumimoji="0" lang="en-US" sz="700" b="0" i="0" u="none" strike="noStrike" kern="1200" cap="none" spc="0" normalizeH="0" baseline="0" noProof="0" dirty="0">
              <a:ln>
                <a:noFill/>
              </a:ln>
              <a:solidFill>
                <a:prstClr val="white"/>
              </a:solidFill>
              <a:effectLst/>
              <a:uLnTx/>
              <a:uFillTx/>
              <a:latin typeface="Arial Narrow" panose="020B0606020202030204" pitchFamily="34" charset="0"/>
              <a:ea typeface="+mn-ea"/>
              <a:cs typeface="Arial" pitchFamily="34" charset="0"/>
            </a:endParaRPr>
          </a:p>
        </p:txBody>
      </p:sp>
      <p:grpSp>
        <p:nvGrpSpPr>
          <p:cNvPr id="83" name="Group 82"/>
          <p:cNvGrpSpPr/>
          <p:nvPr/>
        </p:nvGrpSpPr>
        <p:grpSpPr>
          <a:xfrm>
            <a:off x="8261940" y="4507452"/>
            <a:ext cx="1679735" cy="1001360"/>
            <a:chOff x="457200" y="1371600"/>
            <a:chExt cx="4266194" cy="1760482"/>
          </a:xfrm>
        </p:grpSpPr>
        <p:sp>
          <p:nvSpPr>
            <p:cNvPr id="84" name="Rounded Rectangle 83"/>
            <p:cNvSpPr/>
            <p:nvPr/>
          </p:nvSpPr>
          <p:spPr bwMode="auto">
            <a:xfrm>
              <a:off x="457200" y="1371600"/>
              <a:ext cx="1371600" cy="838200"/>
            </a:xfrm>
            <a:prstGeom prst="roundRect">
              <a:avLst>
                <a:gd name="adj" fmla="val 8058"/>
              </a:avLst>
            </a:prstGeom>
            <a:solidFill>
              <a:schemeClr val="accent3"/>
            </a:soli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Radiator</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85" name="Rounded Rectangle 84"/>
            <p:cNvSpPr/>
            <p:nvPr/>
          </p:nvSpPr>
          <p:spPr bwMode="auto">
            <a:xfrm>
              <a:off x="1905000" y="1371600"/>
              <a:ext cx="1371600" cy="838200"/>
            </a:xfrm>
            <a:prstGeom prst="roundRect">
              <a:avLst>
                <a:gd name="adj" fmla="val 8058"/>
              </a:avLst>
            </a:prstGeom>
            <a:solidFill>
              <a:schemeClr val="accent3"/>
            </a:soli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RMA</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86" name="Rounded Rectangle 85"/>
            <p:cNvSpPr/>
            <p:nvPr/>
          </p:nvSpPr>
          <p:spPr bwMode="auto">
            <a:xfrm>
              <a:off x="457200" y="2286000"/>
              <a:ext cx="1371600" cy="838200"/>
            </a:xfrm>
            <a:prstGeom prst="roundRect">
              <a:avLst>
                <a:gd name="adj" fmla="val 8058"/>
              </a:avLst>
            </a:prstGeom>
            <a:solidFill>
              <a:schemeClr val="accent3"/>
            </a:soli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Cal RMA</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87" name="Rounded Rectangle 86"/>
            <p:cNvSpPr/>
            <p:nvPr/>
          </p:nvSpPr>
          <p:spPr bwMode="auto">
            <a:xfrm>
              <a:off x="1905000" y="2286000"/>
              <a:ext cx="1371600" cy="838200"/>
            </a:xfrm>
            <a:prstGeom prst="roundRect">
              <a:avLst>
                <a:gd name="adj" fmla="val 8058"/>
              </a:avLst>
            </a:prstGeom>
            <a:solidFill>
              <a:schemeClr val="accent3"/>
            </a:soli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INS</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88" name="Rounded Rectangle 87"/>
            <p:cNvSpPr/>
            <p:nvPr/>
          </p:nvSpPr>
          <p:spPr bwMode="auto">
            <a:xfrm>
              <a:off x="3351793" y="1371600"/>
              <a:ext cx="1371601" cy="1760482"/>
            </a:xfrm>
            <a:prstGeom prst="roundRect">
              <a:avLst>
                <a:gd name="adj" fmla="val 8058"/>
              </a:avLst>
            </a:prstGeom>
            <a:solidFill>
              <a:schemeClr val="accent1"/>
            </a:solidFill>
            <a:ln w="9525" algn="ctr">
              <a:solidFill>
                <a:schemeClr val="accent1">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Structure</a:t>
              </a:r>
            </a:p>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smtClean="0">
                  <a:ln>
                    <a:noFill/>
                  </a:ln>
                  <a:solidFill>
                    <a:prstClr val="black"/>
                  </a:solidFill>
                  <a:effectLst/>
                  <a:uLnTx/>
                  <a:uFillTx/>
                  <a:latin typeface="Arial Narrow" panose="020B0606020202030204" pitchFamily="34" charset="0"/>
                  <a:ea typeface="+mn-ea"/>
                  <a:cs typeface="Arial" pitchFamily="34" charset="0"/>
                </a:rPr>
                <a:t>4 </a:t>
              </a:r>
              <a:r>
                <a:rPr kumimoji="0" lang="en-US" sz="7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rPr>
                <a:t>Faces</a:t>
              </a:r>
              <a:br>
                <a:rPr kumimoji="0" lang="en-US" sz="7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rPr>
              </a:br>
              <a:r>
                <a:rPr kumimoji="0" lang="en-US" sz="700" b="0" i="0" u="none" strike="noStrike" kern="1200" cap="none" spc="0" normalizeH="0" baseline="0" noProof="0" smtClean="0">
                  <a:ln>
                    <a:noFill/>
                  </a:ln>
                  <a:solidFill>
                    <a:prstClr val="black"/>
                  </a:solidFill>
                  <a:effectLst/>
                  <a:uLnTx/>
                  <a:uFillTx/>
                  <a:latin typeface="Arial Narrow" panose="020B0606020202030204" pitchFamily="34" charset="0"/>
                  <a:ea typeface="+mn-ea"/>
                  <a:cs typeface="Arial" pitchFamily="34" charset="0"/>
                </a:rPr>
                <a:t>24 RMAs/Face</a:t>
              </a:r>
              <a:endParaRPr kumimoji="0" lang="en-US" sz="7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endParaRPr>
            </a:p>
          </p:txBody>
        </p:sp>
      </p:grpSp>
      <p:sp>
        <p:nvSpPr>
          <p:cNvPr id="89" name="TextBox 88"/>
          <p:cNvSpPr txBox="1"/>
          <p:nvPr/>
        </p:nvSpPr>
        <p:spPr>
          <a:xfrm>
            <a:off x="8314556" y="4666911"/>
            <a:ext cx="455253"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Same as</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90" name="TextBox 89"/>
          <p:cNvSpPr txBox="1"/>
          <p:nvPr/>
        </p:nvSpPr>
        <p:spPr>
          <a:xfrm>
            <a:off x="8877790" y="4666911"/>
            <a:ext cx="455253"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smtClean="0">
                <a:ln>
                  <a:noFill/>
                </a:ln>
                <a:solidFill>
                  <a:prstClr val="white"/>
                </a:solidFill>
                <a:effectLst/>
                <a:uLnTx/>
                <a:uFillTx/>
                <a:latin typeface="Arial" pitchFamily="34" charset="0"/>
                <a:ea typeface="+mn-ea"/>
                <a:cs typeface="Arial" pitchFamily="34" charset="0"/>
              </a:rPr>
              <a:t>Same as</a:t>
            </a: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91" name="TextBox 90"/>
          <p:cNvSpPr txBox="1"/>
          <p:nvPr/>
        </p:nvSpPr>
        <p:spPr>
          <a:xfrm>
            <a:off x="8314556" y="5184539"/>
            <a:ext cx="455253"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smtClean="0">
                <a:ln>
                  <a:noFill/>
                </a:ln>
                <a:solidFill>
                  <a:prstClr val="white"/>
                </a:solidFill>
                <a:effectLst/>
                <a:uLnTx/>
                <a:uFillTx/>
                <a:latin typeface="Arial" pitchFamily="34" charset="0"/>
                <a:ea typeface="+mn-ea"/>
                <a:cs typeface="Arial" pitchFamily="34" charset="0"/>
              </a:rPr>
              <a:t>Same as</a:t>
            </a: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92" name="TextBox 91"/>
          <p:cNvSpPr txBox="1"/>
          <p:nvPr/>
        </p:nvSpPr>
        <p:spPr>
          <a:xfrm>
            <a:off x="8877790" y="5184539"/>
            <a:ext cx="455253"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smtClean="0">
                <a:ln>
                  <a:noFill/>
                </a:ln>
                <a:solidFill>
                  <a:prstClr val="white"/>
                </a:solidFill>
                <a:effectLst/>
                <a:uLnTx/>
                <a:uFillTx/>
                <a:latin typeface="Arial" pitchFamily="34" charset="0"/>
                <a:ea typeface="+mn-ea"/>
                <a:cs typeface="Arial" pitchFamily="34" charset="0"/>
              </a:rPr>
              <a:t>Same as</a:t>
            </a: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93" name="TextBox 92"/>
          <p:cNvSpPr txBox="1"/>
          <p:nvPr/>
        </p:nvSpPr>
        <p:spPr>
          <a:xfrm>
            <a:off x="9409348" y="5365127"/>
            <a:ext cx="525785" cy="124650"/>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Scaled V1</a:t>
            </a:r>
          </a:p>
        </p:txBody>
      </p:sp>
      <p:sp>
        <p:nvSpPr>
          <p:cNvPr id="94" name="Rounded Rectangle 93"/>
          <p:cNvSpPr/>
          <p:nvPr/>
        </p:nvSpPr>
        <p:spPr bwMode="auto">
          <a:xfrm>
            <a:off x="11295159" y="5788240"/>
            <a:ext cx="731292" cy="462928"/>
          </a:xfrm>
          <a:prstGeom prst="roundRect">
            <a:avLst>
              <a:gd name="adj" fmla="val 8058"/>
            </a:avLst>
          </a:prstGeom>
          <a:solidFill>
            <a:schemeClr val="accent1"/>
          </a:solidFill>
          <a:ln w="9525" algn="ctr">
            <a:solidFill>
              <a:schemeClr val="accent1"/>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rPr>
              <a:t>Prime Power</a:t>
            </a:r>
          </a:p>
        </p:txBody>
      </p:sp>
      <p:sp>
        <p:nvSpPr>
          <p:cNvPr id="95" name="Rounded Rectangle 94"/>
          <p:cNvSpPr/>
          <p:nvPr/>
        </p:nvSpPr>
        <p:spPr bwMode="auto">
          <a:xfrm>
            <a:off x="9655608" y="5792321"/>
            <a:ext cx="1598921" cy="456080"/>
          </a:xfrm>
          <a:prstGeom prst="roundRect">
            <a:avLst>
              <a:gd name="adj" fmla="val 8058"/>
            </a:avLst>
          </a:prstGeom>
          <a:gradFill>
            <a:gsLst>
              <a:gs pos="45000">
                <a:schemeClr val="accent3"/>
              </a:gs>
              <a:gs pos="55000">
                <a:srgbClr val="008FFA"/>
              </a:gs>
            </a:gsLst>
            <a:lin ang="2700000" scaled="0"/>
          </a:gradFill>
          <a:ln w="9525" algn="ctr">
            <a:solidFill>
              <a:schemeClr val="accent3">
                <a:lumMod val="75000"/>
              </a:schemeClr>
            </a:solidFill>
            <a:miter lim="800000"/>
            <a:headEnd/>
            <a:tailEnd/>
          </a:ln>
        </p:spPr>
        <p:txBody>
          <a:bodyPr wrap="none" lIns="0" tIns="18288" rIns="0" bIns="0" rtlCol="0" anchor="t"/>
          <a:lstStyle/>
          <a:p>
            <a:pPr marL="0" marR="0" lvl="0" indent="0" algn="ctr" defTabSz="914400" rtl="0" eaLnBrk="1" fontAlgn="auto" latinLnBrk="0" hangingPunct="1">
              <a:lnSpc>
                <a:spcPct val="88000"/>
              </a:lnSpc>
              <a:spcBef>
                <a:spcPts val="0"/>
              </a:spcBef>
              <a:spcAft>
                <a:spcPts val="0"/>
              </a:spcAft>
              <a:buClrTx/>
              <a:buSzTx/>
              <a:buFontTx/>
              <a:buNone/>
              <a:tabLst/>
              <a:defRPr/>
            </a:pPr>
            <a:r>
              <a:rPr lang="en-US" sz="700" dirty="0" smtClean="0">
                <a:solidFill>
                  <a:prstClr val="black"/>
                </a:solidFill>
                <a:latin typeface="Arial" pitchFamily="34" charset="0"/>
                <a:cs typeface="Arial" pitchFamily="34" charset="0"/>
              </a:rPr>
              <a:t>Power</a:t>
            </a:r>
            <a:r>
              <a:rPr kumimoji="0" lang="en-US" sz="7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 Distribution</a:t>
            </a:r>
            <a:endParaRPr kumimoji="0" lang="en-US" sz="7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96" name="TextBox 95"/>
          <p:cNvSpPr txBox="1"/>
          <p:nvPr/>
        </p:nvSpPr>
        <p:spPr>
          <a:xfrm>
            <a:off x="9620844" y="5982702"/>
            <a:ext cx="934171" cy="2492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Array Dist. same</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as V1</a:t>
            </a:r>
          </a:p>
        </p:txBody>
      </p:sp>
      <p:sp>
        <p:nvSpPr>
          <p:cNvPr id="97" name="TextBox 96"/>
          <p:cNvSpPr txBox="1"/>
          <p:nvPr/>
        </p:nvSpPr>
        <p:spPr>
          <a:xfrm>
            <a:off x="11471955" y="5967242"/>
            <a:ext cx="559939" cy="2492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Same</a:t>
            </a:r>
            <a:r>
              <a:rPr kumimoji="0" lang="en-US" sz="900" b="0" i="0" u="none" strike="noStrike" kern="1200" cap="none" spc="0" normalizeH="0" noProof="0" dirty="0" smtClean="0">
                <a:ln>
                  <a:noFill/>
                </a:ln>
                <a:solidFill>
                  <a:prstClr val="white"/>
                </a:solidFill>
                <a:effectLst/>
                <a:uLnTx/>
                <a:uFillTx/>
                <a:latin typeface="Arial" pitchFamily="34" charset="0"/>
                <a:ea typeface="+mn-ea"/>
                <a:cs typeface="Arial" pitchFamily="34" charset="0"/>
              </a:rPr>
              <a:t> as V3</a:t>
            </a:r>
            <a:endPar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endParaRPr>
          </a:p>
        </p:txBody>
      </p:sp>
      <p:sp>
        <p:nvSpPr>
          <p:cNvPr id="98" name="TextBox 97"/>
          <p:cNvSpPr txBox="1"/>
          <p:nvPr/>
        </p:nvSpPr>
        <p:spPr>
          <a:xfrm>
            <a:off x="10645006" y="4657738"/>
            <a:ext cx="628377" cy="124650"/>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smtClean="0">
                <a:ln>
                  <a:noFill/>
                </a:ln>
                <a:solidFill>
                  <a:prstClr val="white"/>
                </a:solidFill>
                <a:effectLst/>
                <a:uLnTx/>
                <a:uFillTx/>
                <a:latin typeface="Arial" pitchFamily="34" charset="0"/>
                <a:ea typeface="+mn-ea"/>
                <a:cs typeface="Arial" pitchFamily="34" charset="0"/>
              </a:rPr>
              <a:t>Same as </a:t>
            </a: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99" name="TextBox 98"/>
          <p:cNvSpPr txBox="1"/>
          <p:nvPr/>
        </p:nvSpPr>
        <p:spPr>
          <a:xfrm>
            <a:off x="8791607" y="5912552"/>
            <a:ext cx="709021" cy="2492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Same as V1</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(1 Unit)</a:t>
            </a:r>
          </a:p>
        </p:txBody>
      </p:sp>
      <p:sp>
        <p:nvSpPr>
          <p:cNvPr id="100" name="TextBox 99"/>
          <p:cNvSpPr txBox="1"/>
          <p:nvPr/>
        </p:nvSpPr>
        <p:spPr>
          <a:xfrm>
            <a:off x="4961756" y="4666911"/>
            <a:ext cx="455253"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Same as</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101" name="TextBox 100"/>
          <p:cNvSpPr txBox="1"/>
          <p:nvPr/>
        </p:nvSpPr>
        <p:spPr>
          <a:xfrm>
            <a:off x="4961756" y="5184539"/>
            <a:ext cx="455253"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smtClean="0">
                <a:ln>
                  <a:noFill/>
                </a:ln>
                <a:solidFill>
                  <a:prstClr val="white"/>
                </a:solidFill>
                <a:effectLst/>
                <a:uLnTx/>
                <a:uFillTx/>
                <a:latin typeface="Arial" pitchFamily="34" charset="0"/>
                <a:ea typeface="+mn-ea"/>
                <a:cs typeface="Arial" pitchFamily="34" charset="0"/>
              </a:rPr>
              <a:t>Same as</a:t>
            </a: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102" name="TextBox 101"/>
          <p:cNvSpPr txBox="1"/>
          <p:nvPr/>
        </p:nvSpPr>
        <p:spPr>
          <a:xfrm>
            <a:off x="5500422" y="5360731"/>
            <a:ext cx="525785" cy="124650"/>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Scaled V1</a:t>
            </a:r>
          </a:p>
        </p:txBody>
      </p:sp>
      <p:sp>
        <p:nvSpPr>
          <p:cNvPr id="103" name="TextBox 102"/>
          <p:cNvSpPr txBox="1"/>
          <p:nvPr/>
        </p:nvSpPr>
        <p:spPr>
          <a:xfrm>
            <a:off x="4244551" y="5850206"/>
            <a:ext cx="1176337" cy="2492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Scaled V2</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(4X)</a:t>
            </a:r>
          </a:p>
        </p:txBody>
      </p:sp>
      <p:sp>
        <p:nvSpPr>
          <p:cNvPr id="104" name="TextBox 103"/>
          <p:cNvSpPr txBox="1"/>
          <p:nvPr/>
        </p:nvSpPr>
        <p:spPr>
          <a:xfrm>
            <a:off x="6427621" y="5850206"/>
            <a:ext cx="1176337" cy="2492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Scaled V2</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(2X)</a:t>
            </a:r>
          </a:p>
        </p:txBody>
      </p:sp>
      <p:sp>
        <p:nvSpPr>
          <p:cNvPr id="105" name="TextBox 104"/>
          <p:cNvSpPr txBox="1"/>
          <p:nvPr/>
        </p:nvSpPr>
        <p:spPr>
          <a:xfrm>
            <a:off x="6427621" y="4657738"/>
            <a:ext cx="1176337" cy="124650"/>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Scaled V2</a:t>
            </a:r>
          </a:p>
        </p:txBody>
      </p:sp>
      <p:sp>
        <p:nvSpPr>
          <p:cNvPr id="106" name="TextBox 105"/>
          <p:cNvSpPr txBox="1"/>
          <p:nvPr/>
        </p:nvSpPr>
        <p:spPr>
          <a:xfrm>
            <a:off x="1026093" y="4666911"/>
            <a:ext cx="455253"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smtClean="0">
                <a:ln>
                  <a:noFill/>
                </a:ln>
                <a:solidFill>
                  <a:prstClr val="white"/>
                </a:solidFill>
                <a:effectLst/>
                <a:uLnTx/>
                <a:uFillTx/>
                <a:latin typeface="Arial" pitchFamily="34" charset="0"/>
                <a:ea typeface="+mn-ea"/>
                <a:cs typeface="Arial" pitchFamily="34" charset="0"/>
              </a:rPr>
              <a:t>Same as</a:t>
            </a: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107" name="TextBox 106"/>
          <p:cNvSpPr txBox="1"/>
          <p:nvPr/>
        </p:nvSpPr>
        <p:spPr>
          <a:xfrm>
            <a:off x="1026093" y="5184539"/>
            <a:ext cx="455253"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smtClean="0">
                <a:ln>
                  <a:noFill/>
                </a:ln>
                <a:solidFill>
                  <a:prstClr val="white"/>
                </a:solidFill>
                <a:effectLst/>
                <a:uLnTx/>
                <a:uFillTx/>
                <a:latin typeface="Arial" pitchFamily="34" charset="0"/>
                <a:ea typeface="+mn-ea"/>
                <a:cs typeface="Arial" pitchFamily="34" charset="0"/>
              </a:rPr>
              <a:t>Same as</a:t>
            </a: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108" name="TextBox 107"/>
          <p:cNvSpPr txBox="1"/>
          <p:nvPr/>
        </p:nvSpPr>
        <p:spPr>
          <a:xfrm>
            <a:off x="470653" y="4666911"/>
            <a:ext cx="436017"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Modified</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109" name="TextBox 108"/>
          <p:cNvSpPr txBox="1"/>
          <p:nvPr/>
        </p:nvSpPr>
        <p:spPr>
          <a:xfrm>
            <a:off x="512331" y="5184539"/>
            <a:ext cx="352661"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Scaled</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110" name="TextBox 109"/>
          <p:cNvSpPr txBox="1"/>
          <p:nvPr/>
        </p:nvSpPr>
        <p:spPr>
          <a:xfrm>
            <a:off x="2048825" y="4743903"/>
            <a:ext cx="1176337" cy="2492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Scaled/</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Modified V1</a:t>
            </a:r>
          </a:p>
        </p:txBody>
      </p:sp>
      <p:sp>
        <p:nvSpPr>
          <p:cNvPr id="111" name="TextBox 110"/>
          <p:cNvSpPr txBox="1"/>
          <p:nvPr/>
        </p:nvSpPr>
        <p:spPr>
          <a:xfrm>
            <a:off x="556189" y="5803224"/>
            <a:ext cx="723392" cy="373949"/>
          </a:xfrm>
          <a:prstGeom prst="rect">
            <a:avLst/>
          </a:prstGeom>
          <a:noFill/>
        </p:spPr>
        <p:txBody>
          <a:bodyPr wrap="square" lIns="0" tIns="0" rIns="0" b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Cooling Equipment Unit (CEU)</a:t>
            </a:r>
            <a:endParaRPr kumimoji="0" lang="en-US" sz="900" b="0" i="0" u="none" strike="sngStrike" kern="1200" cap="none" spc="0" normalizeH="0" baseline="0" noProof="0" dirty="0" smtClean="0">
              <a:ln>
                <a:noFill/>
              </a:ln>
              <a:solidFill>
                <a:srgbClr val="FF0000"/>
              </a:solidFill>
              <a:effectLst/>
              <a:uLnTx/>
              <a:uFillTx/>
              <a:latin typeface="Arial" pitchFamily="34" charset="0"/>
              <a:ea typeface="+mn-ea"/>
              <a:cs typeface="Arial" pitchFamily="34" charset="0"/>
            </a:endParaRPr>
          </a:p>
        </p:txBody>
      </p:sp>
      <p:sp>
        <p:nvSpPr>
          <p:cNvPr id="112" name="TextBox 111"/>
          <p:cNvSpPr txBox="1"/>
          <p:nvPr/>
        </p:nvSpPr>
        <p:spPr>
          <a:xfrm>
            <a:off x="3089398" y="5902151"/>
            <a:ext cx="262892" cy="124650"/>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UPS</a:t>
            </a:r>
          </a:p>
        </p:txBody>
      </p:sp>
      <p:sp>
        <p:nvSpPr>
          <p:cNvPr id="113" name="TextBox 112"/>
          <p:cNvSpPr txBox="1"/>
          <p:nvPr/>
        </p:nvSpPr>
        <p:spPr>
          <a:xfrm>
            <a:off x="6771102" y="2374962"/>
            <a:ext cx="864940" cy="313932"/>
          </a:xfrm>
          <a:prstGeom prst="rect">
            <a:avLst/>
          </a:prstGeom>
          <a:noFill/>
        </p:spPr>
        <p:txBody>
          <a:bodyPr wrap="square" rtlCol="0">
            <a:spAutoFit/>
          </a:bodyPr>
          <a:lstStyle/>
          <a:p>
            <a:pPr marL="0" marR="0" lvl="0" indent="0" algn="ctr" defTabSz="121917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Digital Signal Processing</a:t>
            </a:r>
            <a:endPar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14" name="TextBox 113"/>
          <p:cNvSpPr txBox="1"/>
          <p:nvPr/>
        </p:nvSpPr>
        <p:spPr>
          <a:xfrm>
            <a:off x="5286337" y="2374962"/>
            <a:ext cx="793621" cy="313932"/>
          </a:xfrm>
          <a:prstGeom prst="rect">
            <a:avLst/>
          </a:prstGeom>
          <a:noFill/>
        </p:spPr>
        <p:txBody>
          <a:bodyPr wrap="square" rtlCol="0">
            <a:spAutoFit/>
          </a:bodyPr>
          <a:lstStyle/>
          <a:p>
            <a:pPr marL="0" marR="0" lvl="0" indent="0" algn="ctr" defTabSz="121917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Digital </a:t>
            </a: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Beamforming</a:t>
            </a:r>
            <a:endPar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15" name="TextBox 114"/>
          <p:cNvSpPr txBox="1"/>
          <p:nvPr/>
        </p:nvSpPr>
        <p:spPr>
          <a:xfrm>
            <a:off x="4516457" y="2374962"/>
            <a:ext cx="804176" cy="313932"/>
          </a:xfrm>
          <a:prstGeom prst="rect">
            <a:avLst/>
          </a:prstGeom>
          <a:noFill/>
        </p:spPr>
        <p:txBody>
          <a:bodyPr wrap="square" rtlCol="0">
            <a:spAutoFit/>
          </a:bodyPr>
          <a:lstStyle/>
          <a:p>
            <a:pPr marL="0" marR="0" lvl="0" indent="0" algn="ctr" defTabSz="121917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Antenna </a:t>
            </a: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Interface</a:t>
            </a:r>
            <a:endPar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16" name="TextBox 115"/>
          <p:cNvSpPr txBox="1"/>
          <p:nvPr/>
        </p:nvSpPr>
        <p:spPr>
          <a:xfrm>
            <a:off x="7759031" y="2374962"/>
            <a:ext cx="860928" cy="535531"/>
          </a:xfrm>
          <a:prstGeom prst="rect">
            <a:avLst/>
          </a:prstGeom>
          <a:noFill/>
        </p:spPr>
        <p:txBody>
          <a:bodyPr wrap="square" rtlCol="0">
            <a:spAutoFit/>
          </a:bodyPr>
          <a:lstStyle/>
          <a:p>
            <a:pPr marL="0" marR="0" lvl="0" indent="0" algn="ctr" defTabSz="121917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Radar </a:t>
            </a: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Control Processor /</a:t>
            </a:r>
          </a:p>
          <a:p>
            <a:pPr marL="0" marR="0" lvl="0" indent="0" algn="ctr" defTabSz="121917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Radar </a:t>
            </a: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Suite </a:t>
            </a: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Controller</a:t>
            </a:r>
            <a:endPar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pSp>
        <p:nvGrpSpPr>
          <p:cNvPr id="117" name="Group 116"/>
          <p:cNvGrpSpPr/>
          <p:nvPr/>
        </p:nvGrpSpPr>
        <p:grpSpPr>
          <a:xfrm>
            <a:off x="4613179" y="1516810"/>
            <a:ext cx="627008" cy="832994"/>
            <a:chOff x="4893752" y="3581400"/>
            <a:chExt cx="975067" cy="1295400"/>
          </a:xfrm>
        </p:grpSpPr>
        <p:pic>
          <p:nvPicPr>
            <p:cNvPr id="118" name="Picture 4" descr="C:\D Drive\01 Program Data Files\AMDR\Graphics\Hardware\Cabinets\1 Cabinet.tif"/>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4893752" y="3606339"/>
              <a:ext cx="625929" cy="1143000"/>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pic>
          <p:nvPicPr>
            <p:cNvPr id="119"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5159433" y="3581400"/>
              <a:ext cx="709386" cy="1295400"/>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grpSp>
      <p:pic>
        <p:nvPicPr>
          <p:cNvPr id="120" name="Picture 8" descr="C:\D Drive\01 Program Data Files\AMDR\Graphics\Hardware\Cabinets\7 Cabinets.tif"/>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6623109" y="1494171"/>
            <a:ext cx="1327467" cy="957601"/>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grpSp>
        <p:nvGrpSpPr>
          <p:cNvPr id="121" name="Group 120"/>
          <p:cNvGrpSpPr/>
          <p:nvPr/>
        </p:nvGrpSpPr>
        <p:grpSpPr>
          <a:xfrm>
            <a:off x="5324956" y="1527145"/>
            <a:ext cx="735465" cy="836897"/>
            <a:chOff x="1274924" y="3310757"/>
            <a:chExt cx="2075104" cy="2361296"/>
          </a:xfrm>
        </p:grpSpPr>
        <p:pic>
          <p:nvPicPr>
            <p:cNvPr id="122" name="Picture 9" descr="C:\D Drive\01 Program Data Files\AMDR\Graphics\Hardware\Cabinets\3 Cabinets.tif"/>
            <p:cNvPicPr>
              <a:picLocks noChangeAspect="1" noChangeArrowheads="1"/>
            </p:cNvPicPr>
            <p:nvPr/>
          </p:nvPicPr>
          <p:blipFill rotWithShape="1">
            <a:blip r:embed="rId17" cstate="screen">
              <a:extLst>
                <a:ext uri="{28A0092B-C50C-407E-A947-70E740481C1C}">
                  <a14:useLocalDpi xmlns:a14="http://schemas.microsoft.com/office/drawing/2010/main"/>
                </a:ext>
              </a:extLst>
            </a:blip>
            <a:srcRect/>
            <a:stretch/>
          </p:blipFill>
          <p:spPr bwMode="auto">
            <a:xfrm>
              <a:off x="1274924" y="3348365"/>
              <a:ext cx="1520003" cy="2133599"/>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pic>
          <p:nvPicPr>
            <p:cNvPr id="123" name="Picture 10"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2056937" y="3310757"/>
              <a:ext cx="1293091" cy="2361296"/>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grpSp>
      <p:grpSp>
        <p:nvGrpSpPr>
          <p:cNvPr id="124" name="Group 123"/>
          <p:cNvGrpSpPr/>
          <p:nvPr/>
        </p:nvGrpSpPr>
        <p:grpSpPr>
          <a:xfrm>
            <a:off x="7896697" y="1516810"/>
            <a:ext cx="627008" cy="832994"/>
            <a:chOff x="4893752" y="3581400"/>
            <a:chExt cx="975067" cy="1295400"/>
          </a:xfrm>
        </p:grpSpPr>
        <p:pic>
          <p:nvPicPr>
            <p:cNvPr id="125" name="Picture 4" descr="C:\D Drive\01 Program Data Files\AMDR\Graphics\Hardware\Cabinets\1 Cabinet.tif"/>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4893752" y="3606339"/>
              <a:ext cx="625929" cy="1143000"/>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pic>
          <p:nvPicPr>
            <p:cNvPr id="126"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5159433" y="3581400"/>
              <a:ext cx="709386" cy="1295400"/>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grpSp>
      <p:pic>
        <p:nvPicPr>
          <p:cNvPr id="127"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6132353" y="1538336"/>
            <a:ext cx="456165" cy="832995"/>
          </a:xfrm>
          <a:prstGeom prst="rect">
            <a:avLst/>
          </a:prstGeom>
          <a:ln>
            <a:noFill/>
          </a:ln>
          <a:effectLst>
            <a:outerShdw blurRad="292100" dist="76200" dir="2700000" algn="tl" rotWithShape="0">
              <a:srgbClr val="333333">
                <a:alpha val="37000"/>
              </a:srgbClr>
            </a:outerShdw>
          </a:effectLst>
          <a:extLst>
            <a:ext uri="{909E8E84-426E-40DD-AFC4-6F175D3DCCD1}">
              <a14:hiddenFill xmlns:a14="http://schemas.microsoft.com/office/drawing/2010/main">
                <a:solidFill>
                  <a:srgbClr val="FFFFFF"/>
                </a:solidFill>
              </a14:hiddenFill>
            </a:ext>
          </a:extLst>
        </p:spPr>
      </p:pic>
      <p:sp>
        <p:nvSpPr>
          <p:cNvPr id="128" name="TextBox 127"/>
          <p:cNvSpPr txBox="1"/>
          <p:nvPr/>
        </p:nvSpPr>
        <p:spPr>
          <a:xfrm>
            <a:off x="6066194" y="2374962"/>
            <a:ext cx="557293" cy="268026"/>
          </a:xfrm>
          <a:prstGeom prst="rect">
            <a:avLst/>
          </a:prstGeom>
          <a:noFill/>
        </p:spPr>
        <p:txBody>
          <a:bodyPr wrap="none" rtlCol="0">
            <a:spAutoFit/>
          </a:bodyPr>
          <a:lstStyle/>
          <a:p>
            <a:pPr marL="0" marR="0" lvl="0" indent="0" algn="ctr" defTabSz="121917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Real Time</a:t>
            </a:r>
          </a:p>
          <a:p>
            <a:pPr marL="0" marR="0" lvl="0" indent="0" algn="ctr" defTabSz="121917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Simulator</a:t>
            </a:r>
            <a:endPar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29" name="TextBox 128"/>
          <p:cNvSpPr txBox="1"/>
          <p:nvPr/>
        </p:nvSpPr>
        <p:spPr>
          <a:xfrm>
            <a:off x="7933554" y="3744691"/>
            <a:ext cx="407163" cy="110800"/>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Batteries</a:t>
            </a:r>
          </a:p>
        </p:txBody>
      </p:sp>
      <p:sp>
        <p:nvSpPr>
          <p:cNvPr id="130" name="TextBox 129"/>
          <p:cNvSpPr txBox="1"/>
          <p:nvPr/>
        </p:nvSpPr>
        <p:spPr>
          <a:xfrm>
            <a:off x="7190455" y="3744691"/>
            <a:ext cx="211596" cy="110800"/>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UPS</a:t>
            </a:r>
          </a:p>
        </p:txBody>
      </p:sp>
      <p:grpSp>
        <p:nvGrpSpPr>
          <p:cNvPr id="131" name="Group 130"/>
          <p:cNvGrpSpPr/>
          <p:nvPr/>
        </p:nvGrpSpPr>
        <p:grpSpPr>
          <a:xfrm>
            <a:off x="7700210" y="3181685"/>
            <a:ext cx="871620" cy="628438"/>
            <a:chOff x="8754631" y="6858000"/>
            <a:chExt cx="1202168" cy="866763"/>
          </a:xfrm>
        </p:grpSpPr>
        <p:pic>
          <p:nvPicPr>
            <p:cNvPr id="132" name="Picture 131"/>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9407710" y="6858000"/>
              <a:ext cx="549089" cy="866763"/>
            </a:xfrm>
            <a:prstGeom prst="rect">
              <a:avLst/>
            </a:prstGeom>
            <a:ln>
              <a:noFill/>
            </a:ln>
            <a:effectLst>
              <a:outerShdw blurRad="292100" dist="76200" dir="2700000" algn="tl" rotWithShape="0">
                <a:srgbClr val="333333">
                  <a:alpha val="37000"/>
                </a:srgbClr>
              </a:outerShdw>
            </a:effectLst>
          </p:spPr>
        </p:pic>
        <p:pic>
          <p:nvPicPr>
            <p:cNvPr id="133" name="Picture 132"/>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8754631" y="6958468"/>
              <a:ext cx="359255" cy="567101"/>
            </a:xfrm>
            <a:prstGeom prst="rect">
              <a:avLst/>
            </a:prstGeom>
            <a:ln>
              <a:noFill/>
            </a:ln>
            <a:effectLst>
              <a:outerShdw blurRad="292100" dist="76200" dir="2700000" algn="tl" rotWithShape="0">
                <a:srgbClr val="333333">
                  <a:alpha val="37000"/>
                </a:srgbClr>
              </a:outerShdw>
            </a:effectLst>
          </p:spPr>
        </p:pic>
        <p:pic>
          <p:nvPicPr>
            <p:cNvPr id="134" name="Picture 133"/>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9053914" y="6927402"/>
              <a:ext cx="425207" cy="671209"/>
            </a:xfrm>
            <a:prstGeom prst="rect">
              <a:avLst/>
            </a:prstGeom>
            <a:ln>
              <a:noFill/>
            </a:ln>
            <a:effectLst>
              <a:outerShdw blurRad="292100" dist="76200" dir="2700000" algn="tl" rotWithShape="0">
                <a:srgbClr val="333333">
                  <a:alpha val="37000"/>
                </a:srgbClr>
              </a:outerShdw>
            </a:effectLst>
          </p:spPr>
        </p:pic>
      </p:grpSp>
      <p:sp>
        <p:nvSpPr>
          <p:cNvPr id="135" name="TextBox 134"/>
          <p:cNvSpPr txBox="1"/>
          <p:nvPr/>
        </p:nvSpPr>
        <p:spPr>
          <a:xfrm>
            <a:off x="4621918" y="3633892"/>
            <a:ext cx="835165" cy="2215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Array</a:t>
            </a:r>
            <a:b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b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Power </a:t>
            </a: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Distribution</a:t>
            </a:r>
          </a:p>
        </p:txBody>
      </p:sp>
      <p:sp>
        <p:nvSpPr>
          <p:cNvPr id="136" name="TextBox 135"/>
          <p:cNvSpPr txBox="1"/>
          <p:nvPr/>
        </p:nvSpPr>
        <p:spPr>
          <a:xfrm>
            <a:off x="6202947" y="3637743"/>
            <a:ext cx="828012" cy="2215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Main </a:t>
            </a: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
            </a:r>
            <a:b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b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Power </a:t>
            </a: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Distribution</a:t>
            </a:r>
          </a:p>
        </p:txBody>
      </p:sp>
      <p:grpSp>
        <p:nvGrpSpPr>
          <p:cNvPr id="137" name="Group 136"/>
          <p:cNvGrpSpPr/>
          <p:nvPr/>
        </p:nvGrpSpPr>
        <p:grpSpPr>
          <a:xfrm>
            <a:off x="5495936" y="3158173"/>
            <a:ext cx="765833" cy="461626"/>
            <a:chOff x="5576146" y="3310573"/>
            <a:chExt cx="815453" cy="491536"/>
          </a:xfrm>
        </p:grpSpPr>
        <p:pic>
          <p:nvPicPr>
            <p:cNvPr id="138" name="Picture 137"/>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5576146" y="3310573"/>
              <a:ext cx="509545" cy="337491"/>
            </a:xfrm>
            <a:prstGeom prst="rect">
              <a:avLst/>
            </a:prstGeom>
            <a:ln>
              <a:noFill/>
            </a:ln>
            <a:effectLst>
              <a:outerShdw blurRad="292100" dist="76200" dir="2700000" algn="tl" rotWithShape="0">
                <a:srgbClr val="333333">
                  <a:alpha val="37000"/>
                </a:srgbClr>
              </a:outerShdw>
            </a:effectLst>
          </p:spPr>
        </p:pic>
        <p:pic>
          <p:nvPicPr>
            <p:cNvPr id="139" name="Picture 138"/>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5766003" y="3320220"/>
              <a:ext cx="509545" cy="337491"/>
            </a:xfrm>
            <a:prstGeom prst="rect">
              <a:avLst/>
            </a:prstGeom>
            <a:ln>
              <a:noFill/>
            </a:ln>
            <a:effectLst>
              <a:outerShdw blurRad="292100" dist="76200" dir="2700000" algn="tl" rotWithShape="0">
                <a:srgbClr val="333333">
                  <a:alpha val="37000"/>
                </a:srgbClr>
              </a:outerShdw>
            </a:effectLst>
          </p:spPr>
        </p:pic>
        <p:pic>
          <p:nvPicPr>
            <p:cNvPr id="140" name="Picture 139"/>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5689924" y="3464618"/>
              <a:ext cx="509545" cy="337491"/>
            </a:xfrm>
            <a:prstGeom prst="rect">
              <a:avLst/>
            </a:prstGeom>
            <a:ln>
              <a:noFill/>
            </a:ln>
            <a:effectLst>
              <a:outerShdw blurRad="292100" dist="76200" dir="2700000" algn="tl" rotWithShape="0">
                <a:srgbClr val="333333">
                  <a:alpha val="37000"/>
                </a:srgbClr>
              </a:outerShdw>
            </a:effectLst>
          </p:spPr>
        </p:pic>
        <p:pic>
          <p:nvPicPr>
            <p:cNvPr id="141" name="Picture 140"/>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5882054" y="3454853"/>
              <a:ext cx="509545" cy="337491"/>
            </a:xfrm>
            <a:prstGeom prst="rect">
              <a:avLst/>
            </a:prstGeom>
            <a:ln>
              <a:noFill/>
            </a:ln>
            <a:effectLst>
              <a:outerShdw blurRad="292100" dist="76200" dir="2700000" algn="tl" rotWithShape="0">
                <a:srgbClr val="333333">
                  <a:alpha val="37000"/>
                </a:srgbClr>
              </a:outerShdw>
            </a:effectLst>
          </p:spPr>
        </p:pic>
      </p:grpSp>
      <p:sp>
        <p:nvSpPr>
          <p:cNvPr id="142" name="TextBox 141"/>
          <p:cNvSpPr txBox="1"/>
          <p:nvPr/>
        </p:nvSpPr>
        <p:spPr>
          <a:xfrm>
            <a:off x="5621223" y="3633892"/>
            <a:ext cx="509755" cy="2215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Array DC </a:t>
            </a:r>
            <a:b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Disconnect</a:t>
            </a:r>
          </a:p>
        </p:txBody>
      </p:sp>
      <p:grpSp>
        <p:nvGrpSpPr>
          <p:cNvPr id="143" name="Group 142"/>
          <p:cNvGrpSpPr/>
          <p:nvPr/>
        </p:nvGrpSpPr>
        <p:grpSpPr>
          <a:xfrm>
            <a:off x="4621609" y="3161890"/>
            <a:ext cx="896875" cy="466299"/>
            <a:chOff x="4589525" y="3226163"/>
            <a:chExt cx="1056093" cy="549079"/>
          </a:xfrm>
        </p:grpSpPr>
        <p:pic>
          <p:nvPicPr>
            <p:cNvPr id="144" name="Picture 143"/>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4589525" y="3226163"/>
              <a:ext cx="548093" cy="549079"/>
            </a:xfrm>
            <a:prstGeom prst="rect">
              <a:avLst/>
            </a:prstGeom>
            <a:ln>
              <a:noFill/>
            </a:ln>
            <a:effectLst>
              <a:outerShdw blurRad="292100" dist="76200" dir="2700000" algn="tl" rotWithShape="0">
                <a:srgbClr val="333333">
                  <a:alpha val="37000"/>
                </a:srgbClr>
              </a:outerShdw>
            </a:effectLst>
          </p:spPr>
        </p:pic>
        <p:pic>
          <p:nvPicPr>
            <p:cNvPr id="145" name="Picture 144"/>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4771336" y="3226163"/>
              <a:ext cx="548093" cy="549079"/>
            </a:xfrm>
            <a:prstGeom prst="rect">
              <a:avLst/>
            </a:prstGeom>
            <a:ln>
              <a:noFill/>
            </a:ln>
            <a:effectLst>
              <a:outerShdw blurRad="292100" dist="76200" dir="2700000" algn="tl" rotWithShape="0">
                <a:srgbClr val="333333">
                  <a:alpha val="37000"/>
                </a:srgbClr>
              </a:outerShdw>
            </a:effectLst>
          </p:spPr>
        </p:pic>
        <p:pic>
          <p:nvPicPr>
            <p:cNvPr id="146" name="Picture 145"/>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4942452" y="3226163"/>
              <a:ext cx="548093" cy="549079"/>
            </a:xfrm>
            <a:prstGeom prst="rect">
              <a:avLst/>
            </a:prstGeom>
            <a:ln>
              <a:noFill/>
            </a:ln>
            <a:effectLst>
              <a:outerShdw blurRad="292100" dist="76200" dir="2700000" algn="tl" rotWithShape="0">
                <a:srgbClr val="333333">
                  <a:alpha val="37000"/>
                </a:srgbClr>
              </a:outerShdw>
            </a:effectLst>
          </p:spPr>
        </p:pic>
        <p:pic>
          <p:nvPicPr>
            <p:cNvPr id="147" name="Picture 146"/>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5097525" y="3226163"/>
              <a:ext cx="548093" cy="549079"/>
            </a:xfrm>
            <a:prstGeom prst="rect">
              <a:avLst/>
            </a:prstGeom>
            <a:ln>
              <a:noFill/>
            </a:ln>
            <a:effectLst>
              <a:outerShdw blurRad="292100" dist="76200" dir="2700000" algn="tl" rotWithShape="0">
                <a:srgbClr val="333333">
                  <a:alpha val="37000"/>
                </a:srgbClr>
              </a:outerShdw>
            </a:effectLst>
          </p:spPr>
        </p:pic>
      </p:grpSp>
      <p:pic>
        <p:nvPicPr>
          <p:cNvPr id="148" name="Picture 147"/>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6320589" y="3157922"/>
            <a:ext cx="534736" cy="479350"/>
          </a:xfrm>
          <a:prstGeom prst="rect">
            <a:avLst/>
          </a:prstGeom>
          <a:ln>
            <a:noFill/>
          </a:ln>
          <a:effectLst>
            <a:outerShdw blurRad="292100" dist="76200" dir="2700000" algn="tl" rotWithShape="0">
              <a:srgbClr val="333333">
                <a:alpha val="37000"/>
              </a:srgbClr>
            </a:outerShdw>
          </a:effectLst>
        </p:spPr>
      </p:pic>
      <p:grpSp>
        <p:nvGrpSpPr>
          <p:cNvPr id="149" name="Group 148"/>
          <p:cNvGrpSpPr/>
          <p:nvPr/>
        </p:nvGrpSpPr>
        <p:grpSpPr>
          <a:xfrm>
            <a:off x="6952753" y="3195052"/>
            <a:ext cx="675441" cy="512162"/>
            <a:chOff x="7097132" y="3347452"/>
            <a:chExt cx="675441" cy="512162"/>
          </a:xfrm>
        </p:grpSpPr>
        <p:pic>
          <p:nvPicPr>
            <p:cNvPr id="150" name="Picture 149"/>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7097132" y="3347452"/>
              <a:ext cx="333210" cy="512162"/>
            </a:xfrm>
            <a:prstGeom prst="rect">
              <a:avLst/>
            </a:prstGeom>
            <a:ln>
              <a:noFill/>
            </a:ln>
            <a:effectLst>
              <a:outerShdw blurRad="292100" dist="76200" dir="2700000" algn="tl" rotWithShape="0">
                <a:srgbClr val="333333">
                  <a:alpha val="37000"/>
                </a:srgbClr>
              </a:outerShdw>
            </a:effectLst>
          </p:spPr>
        </p:pic>
        <p:pic>
          <p:nvPicPr>
            <p:cNvPr id="151" name="Picture 150"/>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7273595" y="3347452"/>
              <a:ext cx="333210" cy="512162"/>
            </a:xfrm>
            <a:prstGeom prst="rect">
              <a:avLst/>
            </a:prstGeom>
            <a:ln>
              <a:noFill/>
            </a:ln>
            <a:effectLst>
              <a:outerShdw blurRad="292100" dist="76200" dir="2700000" algn="tl" rotWithShape="0">
                <a:srgbClr val="333333">
                  <a:alpha val="37000"/>
                </a:srgbClr>
              </a:outerShdw>
            </a:effectLst>
          </p:spPr>
        </p:pic>
        <p:pic>
          <p:nvPicPr>
            <p:cNvPr id="152" name="Picture 151"/>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7439363" y="3347452"/>
              <a:ext cx="333210" cy="512162"/>
            </a:xfrm>
            <a:prstGeom prst="rect">
              <a:avLst/>
            </a:prstGeom>
            <a:ln>
              <a:noFill/>
            </a:ln>
            <a:effectLst>
              <a:outerShdw blurRad="292100" dist="76200" dir="2700000" algn="tl" rotWithShape="0">
                <a:srgbClr val="333333">
                  <a:alpha val="37000"/>
                </a:srgbClr>
              </a:outerShdw>
            </a:effectLst>
          </p:spPr>
        </p:pic>
      </p:grpSp>
      <p:pic>
        <p:nvPicPr>
          <p:cNvPr id="154" name="Picture 153"/>
          <p:cNvPicPr>
            <a:picLocks noChangeAspect="1"/>
          </p:cNvPicPr>
          <p:nvPr/>
        </p:nvPicPr>
        <p:blipFill>
          <a:blip r:embed="rId23">
            <a:clrChange>
              <a:clrFrom>
                <a:srgbClr val="FFFFFF"/>
              </a:clrFrom>
              <a:clrTo>
                <a:srgbClr val="FFFFFF">
                  <a:alpha val="0"/>
                </a:srgbClr>
              </a:clrTo>
            </a:clrChange>
            <a:duotone>
              <a:srgbClr val="666465">
                <a:shade val="45000"/>
                <a:satMod val="135000"/>
              </a:srgbClr>
              <a:prstClr val="white"/>
            </a:duotone>
            <a:extLst/>
          </a:blip>
          <a:stretch>
            <a:fillRect/>
          </a:stretch>
        </p:blipFill>
        <p:spPr>
          <a:xfrm>
            <a:off x="9444390" y="4856339"/>
            <a:ext cx="460144" cy="443027"/>
          </a:xfrm>
          <a:prstGeom prst="rect">
            <a:avLst/>
          </a:prstGeom>
        </p:spPr>
      </p:pic>
      <p:pic>
        <p:nvPicPr>
          <p:cNvPr id="155" name="Picture 154"/>
          <p:cNvPicPr>
            <a:picLocks noChangeAspect="1"/>
          </p:cNvPicPr>
          <p:nvPr/>
        </p:nvPicPr>
        <p:blipFill>
          <a:blip r:embed="rId24" cstate="hqprint">
            <a:extLst>
              <a:ext uri="{28A0092B-C50C-407E-A947-70E740481C1C}">
                <a14:useLocalDpi xmlns:a14="http://schemas.microsoft.com/office/drawing/2010/main" val="0"/>
              </a:ext>
            </a:extLst>
          </a:blip>
          <a:stretch>
            <a:fillRect/>
          </a:stretch>
        </p:blipFill>
        <p:spPr>
          <a:xfrm flipH="1">
            <a:off x="5548142" y="4823132"/>
            <a:ext cx="448211" cy="532124"/>
          </a:xfrm>
          <a:prstGeom prst="rect">
            <a:avLst/>
          </a:prstGeom>
        </p:spPr>
      </p:pic>
      <p:pic>
        <p:nvPicPr>
          <p:cNvPr id="156" name="Picture 155" descr="CEU Chiller.png"/>
          <p:cNvPicPr>
            <a:picLocks noChangeAspect="1"/>
          </p:cNvPicPr>
          <p:nvPr/>
        </p:nvPicPr>
        <p:blipFill>
          <a:blip r:embed="rId25" cstate="print"/>
          <a:stretch>
            <a:fillRect/>
          </a:stretch>
        </p:blipFill>
        <p:spPr>
          <a:xfrm>
            <a:off x="3006617" y="3046441"/>
            <a:ext cx="811300" cy="843752"/>
          </a:xfrm>
          <a:prstGeom prst="rect">
            <a:avLst/>
          </a:prstGeom>
          <a:ln>
            <a:noFill/>
          </a:ln>
          <a:effectLst>
            <a:outerShdw blurRad="292100" dist="76200" dir="2700000" algn="tl" rotWithShape="0">
              <a:srgbClr val="333333">
                <a:alpha val="37000"/>
              </a:srgbClr>
            </a:outerShdw>
          </a:effectLst>
        </p:spPr>
      </p:pic>
      <p:pic>
        <p:nvPicPr>
          <p:cNvPr id="157" name="Picture 156" descr="CEU Chiller.png"/>
          <p:cNvPicPr>
            <a:picLocks noChangeAspect="1"/>
          </p:cNvPicPr>
          <p:nvPr/>
        </p:nvPicPr>
        <p:blipFill>
          <a:blip r:embed="rId25" cstate="print"/>
          <a:stretch>
            <a:fillRect/>
          </a:stretch>
        </p:blipFill>
        <p:spPr>
          <a:xfrm>
            <a:off x="1005624" y="3046441"/>
            <a:ext cx="811300" cy="843752"/>
          </a:xfrm>
          <a:prstGeom prst="rect">
            <a:avLst/>
          </a:prstGeom>
          <a:ln>
            <a:noFill/>
          </a:ln>
          <a:effectLst>
            <a:outerShdw blurRad="292100" dist="76200" dir="2700000" algn="tl" rotWithShape="0">
              <a:srgbClr val="333333">
                <a:alpha val="37000"/>
              </a:srgbClr>
            </a:outerShdw>
          </a:effectLst>
        </p:spPr>
      </p:pic>
      <p:sp>
        <p:nvSpPr>
          <p:cNvPr id="158" name="TextBox 157"/>
          <p:cNvSpPr txBox="1"/>
          <p:nvPr/>
        </p:nvSpPr>
        <p:spPr>
          <a:xfrm>
            <a:off x="1471803" y="3352789"/>
            <a:ext cx="1891994" cy="313932"/>
          </a:xfrm>
          <a:prstGeom prst="rect">
            <a:avLst/>
          </a:prstGeom>
          <a:noFill/>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Common Array Cooling</a:t>
            </a:r>
            <a:b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b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System </a:t>
            </a:r>
            <a:r>
              <a:rPr kumimoji="0" lang="en-US" sz="800" b="0" i="0" u="none" strike="noStrike" kern="120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(2 </a:t>
            </a:r>
            <a:r>
              <a:rPr kumimoji="0" lang="en-US" sz="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Units)</a:t>
            </a:r>
          </a:p>
        </p:txBody>
      </p:sp>
      <p:sp>
        <p:nvSpPr>
          <p:cNvPr id="159" name="Rectangle 158"/>
          <p:cNvSpPr/>
          <p:nvPr/>
        </p:nvSpPr>
        <p:spPr>
          <a:xfrm>
            <a:off x="8813083" y="3757093"/>
            <a:ext cx="669421" cy="110800"/>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800" b="1"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LEGEND</a:t>
            </a:r>
            <a:endParaRPr kumimoji="0" lang="en-US" sz="8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160" name="TextBox 159"/>
          <p:cNvSpPr txBox="1"/>
          <p:nvPr/>
        </p:nvSpPr>
        <p:spPr>
          <a:xfrm>
            <a:off x="4404271" y="4666911"/>
            <a:ext cx="436017"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Modified</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V1</a:t>
            </a:r>
          </a:p>
        </p:txBody>
      </p:sp>
      <p:sp>
        <p:nvSpPr>
          <p:cNvPr id="161" name="TextBox 160"/>
          <p:cNvSpPr txBox="1"/>
          <p:nvPr/>
        </p:nvSpPr>
        <p:spPr>
          <a:xfrm>
            <a:off x="4394652" y="5184539"/>
            <a:ext cx="455253" cy="2492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Same as</a:t>
            </a:r>
            <a:b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b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V2</a:t>
            </a:r>
          </a:p>
        </p:txBody>
      </p:sp>
      <p:sp>
        <p:nvSpPr>
          <p:cNvPr id="162" name="Rounded Rectangle 161"/>
          <p:cNvSpPr/>
          <p:nvPr/>
        </p:nvSpPr>
        <p:spPr bwMode="auto">
          <a:xfrm>
            <a:off x="2744580" y="5340624"/>
            <a:ext cx="715193" cy="116470"/>
          </a:xfrm>
          <a:prstGeom prst="roundRect">
            <a:avLst/>
          </a:prstGeom>
          <a:solidFill>
            <a:schemeClr val="accent2"/>
          </a:solidFill>
          <a:ln w="6350">
            <a:solidFill>
              <a:schemeClr val="accent2">
                <a:lumMod val="75000"/>
              </a:schemeClr>
            </a:solidFill>
            <a:miter lim="800000"/>
            <a:headEnd/>
            <a:tailEnd/>
          </a:ln>
        </p:spPr>
        <p:txBody>
          <a:bodyPr wrap="none" rtlCol="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srgbClr val="000000"/>
                </a:solidFill>
                <a:effectLst/>
                <a:uLnTx/>
                <a:uFillTx/>
                <a:latin typeface="Arial Narrow" panose="020B0606020202030204" pitchFamily="34" charset="0"/>
                <a:ea typeface="+mn-ea"/>
                <a:cs typeface="+mn-cs"/>
              </a:rPr>
              <a:t>DBF SW</a:t>
            </a:r>
            <a:endParaRPr kumimoji="0" lang="en-US" sz="900" b="0" i="0" u="none" strike="noStrike" kern="1200" cap="none" spc="0" normalizeH="0" baseline="0" noProof="0" dirty="0">
              <a:ln>
                <a:noFill/>
              </a:ln>
              <a:solidFill>
                <a:srgbClr val="000000"/>
              </a:solidFill>
              <a:effectLst/>
              <a:uLnTx/>
              <a:uFillTx/>
              <a:latin typeface="Arial Narrow" panose="020B0606020202030204" pitchFamily="34" charset="0"/>
              <a:ea typeface="+mn-ea"/>
              <a:cs typeface="+mn-cs"/>
            </a:endParaRPr>
          </a:p>
        </p:txBody>
      </p:sp>
      <p:pic>
        <p:nvPicPr>
          <p:cNvPr id="163" name="Picture 162"/>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1120156" y="5775595"/>
            <a:ext cx="895032" cy="529923"/>
          </a:xfrm>
          <a:prstGeom prst="rect">
            <a:avLst/>
          </a:prstGeom>
        </p:spPr>
      </p:pic>
      <p:pic>
        <p:nvPicPr>
          <p:cNvPr id="164" name="Picture 163"/>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4926490" y="5775595"/>
            <a:ext cx="895032" cy="529923"/>
          </a:xfrm>
          <a:prstGeom prst="rect">
            <a:avLst/>
          </a:prstGeom>
        </p:spPr>
      </p:pic>
      <p:pic>
        <p:nvPicPr>
          <p:cNvPr id="165" name="Picture 164" descr="CEU Chiller.png"/>
          <p:cNvPicPr>
            <a:picLocks noChangeAspect="1"/>
          </p:cNvPicPr>
          <p:nvPr/>
        </p:nvPicPr>
        <p:blipFill>
          <a:blip r:embed="rId25" cstate="print"/>
          <a:stretch>
            <a:fillRect/>
          </a:stretch>
        </p:blipFill>
        <p:spPr>
          <a:xfrm>
            <a:off x="8225494" y="5788240"/>
            <a:ext cx="454544" cy="472726"/>
          </a:xfrm>
          <a:prstGeom prst="rect">
            <a:avLst/>
          </a:prstGeom>
        </p:spPr>
      </p:pic>
      <p:pic>
        <p:nvPicPr>
          <p:cNvPr id="167" name="Picture 4" descr="C:\D Drive\01 Program Data Files\AMDR\Graphics\Hardware\Cabinets\1 Cabinet.tif"/>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10139786" y="4884928"/>
            <a:ext cx="167257" cy="305426"/>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68"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10210780" y="4878264"/>
            <a:ext cx="189558" cy="346149"/>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69" name="Picture 8" descr="C:\D Drive\01 Program Data Files\AMDR\Graphics\Hardware\Cabinets\7 Cabinets.tif"/>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10975008" y="4868856"/>
            <a:ext cx="551626" cy="397929"/>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70" name="Picture 9" descr="C:\D Drive\01 Program Data Files\AMDR\Graphics\Hardware\Cabinets\3 Cabinets.tif"/>
          <p:cNvPicPr>
            <a:picLocks noChangeAspect="1" noChangeArrowheads="1"/>
          </p:cNvPicPr>
          <p:nvPr/>
        </p:nvPicPr>
        <p:blipFill rotWithShape="1">
          <a:blip r:embed="rId17" cstate="screen">
            <a:extLst>
              <a:ext uri="{28A0092B-C50C-407E-A947-70E740481C1C}">
                <a14:useLocalDpi xmlns:a14="http://schemas.microsoft.com/office/drawing/2010/main"/>
              </a:ext>
            </a:extLst>
          </a:blip>
          <a:srcRect/>
          <a:stretch/>
        </p:blipFill>
        <p:spPr bwMode="auto">
          <a:xfrm>
            <a:off x="10435563" y="4888097"/>
            <a:ext cx="223866" cy="314236"/>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71" name="Picture 10"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10550738" y="4882558"/>
            <a:ext cx="190446" cy="347771"/>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72" name="Picture 4" descr="C:\D Drive\01 Program Data Files\AMDR\Graphics\Hardware\Cabinets\1 Cabinet.tif"/>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11504245" y="4884928"/>
            <a:ext cx="167257" cy="305426"/>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73"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11575239" y="4878264"/>
            <a:ext cx="189558" cy="346149"/>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74"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10771076" y="4887209"/>
            <a:ext cx="189558" cy="346149"/>
          </a:xfrm>
          <a:prstGeom prst="rect">
            <a:avLst/>
          </a:prstGeom>
          <a:ln>
            <a:noFill/>
          </a:ln>
          <a:effectLst/>
          <a:extLst>
            <a:ext uri="{909E8E84-426E-40DD-AFC4-6F175D3DCCD1}">
              <a14:hiddenFill xmlns:a14="http://schemas.microsoft.com/office/drawing/2010/main">
                <a:solidFill>
                  <a:srgbClr val="FFFFFF"/>
                </a:solidFill>
              </a14:hiddenFill>
            </a:ext>
          </a:extLst>
        </p:spPr>
      </p:pic>
      <p:grpSp>
        <p:nvGrpSpPr>
          <p:cNvPr id="175" name="Group 174"/>
          <p:cNvGrpSpPr/>
          <p:nvPr/>
        </p:nvGrpSpPr>
        <p:grpSpPr>
          <a:xfrm>
            <a:off x="2985453" y="4657723"/>
            <a:ext cx="934247" cy="679795"/>
            <a:chOff x="3086993" y="4970142"/>
            <a:chExt cx="640945" cy="466377"/>
          </a:xfrm>
        </p:grpSpPr>
        <p:pic>
          <p:nvPicPr>
            <p:cNvPr id="176"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086993" y="5009382"/>
              <a:ext cx="137578" cy="251229"/>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77"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148283" y="5003554"/>
              <a:ext cx="154107" cy="281413"/>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78"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216160" y="4993003"/>
              <a:ext cx="175913" cy="321232"/>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79"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292828" y="4982453"/>
              <a:ext cx="200860" cy="366788"/>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80"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380046" y="4975419"/>
              <a:ext cx="226895" cy="414330"/>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181"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472541" y="4970142"/>
              <a:ext cx="255397" cy="466377"/>
            </a:xfrm>
            <a:prstGeom prst="rect">
              <a:avLst/>
            </a:prstGeom>
            <a:ln>
              <a:noFill/>
            </a:ln>
            <a:effectLst/>
            <a:extLst>
              <a:ext uri="{909E8E84-426E-40DD-AFC4-6F175D3DCCD1}">
                <a14:hiddenFill xmlns:a14="http://schemas.microsoft.com/office/drawing/2010/main">
                  <a:solidFill>
                    <a:srgbClr val="FFFFFF"/>
                  </a:solidFill>
                </a14:hiddenFill>
              </a:ext>
            </a:extLst>
          </p:spPr>
        </p:pic>
      </p:grpSp>
      <p:pic>
        <p:nvPicPr>
          <p:cNvPr id="182" name="Picture 181"/>
          <p:cNvPicPr>
            <a:picLocks noChangeAspect="1"/>
          </p:cNvPicPr>
          <p:nvPr/>
        </p:nvPicPr>
        <p:blipFill>
          <a:blip r:embed="rId27" cstate="hqprint">
            <a:extLst>
              <a:ext uri="{28A0092B-C50C-407E-A947-70E740481C1C}">
                <a14:useLocalDpi xmlns:a14="http://schemas.microsoft.com/office/drawing/2010/main" val="0"/>
              </a:ext>
            </a:extLst>
          </a:blip>
          <a:stretch>
            <a:fillRect/>
          </a:stretch>
        </p:blipFill>
        <p:spPr>
          <a:xfrm>
            <a:off x="7322239" y="5788806"/>
            <a:ext cx="450872" cy="426082"/>
          </a:xfrm>
          <a:prstGeom prst="rect">
            <a:avLst/>
          </a:prstGeom>
        </p:spPr>
      </p:pic>
      <p:pic>
        <p:nvPicPr>
          <p:cNvPr id="184" name="Picture 183"/>
          <p:cNvPicPr>
            <a:picLocks noChangeAspect="1"/>
          </p:cNvPicPr>
          <p:nvPr/>
        </p:nvPicPr>
        <p:blipFill>
          <a:blip r:embed="rId27" cstate="hqprint">
            <a:extLst>
              <a:ext uri="{28A0092B-C50C-407E-A947-70E740481C1C}">
                <a14:useLocalDpi xmlns:a14="http://schemas.microsoft.com/office/drawing/2010/main" val="0"/>
              </a:ext>
            </a:extLst>
          </a:blip>
          <a:stretch>
            <a:fillRect/>
          </a:stretch>
        </p:blipFill>
        <p:spPr>
          <a:xfrm>
            <a:off x="3373779" y="5788806"/>
            <a:ext cx="450872" cy="426082"/>
          </a:xfrm>
          <a:prstGeom prst="rect">
            <a:avLst/>
          </a:prstGeom>
        </p:spPr>
      </p:pic>
      <p:grpSp>
        <p:nvGrpSpPr>
          <p:cNvPr id="187" name="Group 186"/>
          <p:cNvGrpSpPr/>
          <p:nvPr/>
        </p:nvGrpSpPr>
        <p:grpSpPr>
          <a:xfrm>
            <a:off x="9290432" y="3763152"/>
            <a:ext cx="641840" cy="124650"/>
            <a:chOff x="9314369" y="3915552"/>
            <a:chExt cx="641840" cy="124650"/>
          </a:xfrm>
        </p:grpSpPr>
        <p:sp>
          <p:nvSpPr>
            <p:cNvPr id="188" name="Rectangle 187"/>
            <p:cNvSpPr/>
            <p:nvPr/>
          </p:nvSpPr>
          <p:spPr>
            <a:xfrm>
              <a:off x="9590123" y="3915552"/>
              <a:ext cx="366086" cy="124650"/>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black"/>
                  </a:solidFill>
                  <a:effectLst/>
                  <a:uLnTx/>
                  <a:uFillTx/>
                  <a:latin typeface="Arial Narrow" panose="020B0606020202030204" pitchFamily="34" charset="0"/>
                  <a:ea typeface="+mn-ea"/>
                  <a:cs typeface="Arial" pitchFamily="34" charset="0"/>
                </a:rPr>
                <a:t>Same</a:t>
              </a:r>
              <a:endParaRPr kumimoji="0" lang="en-US" sz="9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endParaRPr>
            </a:p>
          </p:txBody>
        </p:sp>
        <p:sp>
          <p:nvSpPr>
            <p:cNvPr id="189" name="Rectangle 188"/>
            <p:cNvSpPr/>
            <p:nvPr/>
          </p:nvSpPr>
          <p:spPr bwMode="auto">
            <a:xfrm>
              <a:off x="9314369" y="3917847"/>
              <a:ext cx="232993" cy="109730"/>
            </a:xfrm>
            <a:prstGeom prst="rect">
              <a:avLst/>
            </a:prstGeom>
            <a:solidFill>
              <a:schemeClr val="accent3"/>
            </a:solidFill>
            <a:ln w="12700" algn="ctr">
              <a:noFill/>
              <a:miter lim="800000"/>
              <a:headEnd/>
              <a:tailEnd/>
            </a:ln>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err="1" smtClean="0">
                <a:ln>
                  <a:noFill/>
                </a:ln>
                <a:solidFill>
                  <a:prstClr val="black"/>
                </a:solidFill>
                <a:effectLst/>
                <a:uLnTx/>
                <a:uFillTx/>
                <a:latin typeface="Arial Narrow" panose="020B0606020202030204" pitchFamily="34" charset="0"/>
                <a:ea typeface="+mn-ea"/>
                <a:cs typeface="+mn-cs"/>
              </a:endParaRPr>
            </a:p>
          </p:txBody>
        </p:sp>
      </p:grpSp>
      <p:grpSp>
        <p:nvGrpSpPr>
          <p:cNvPr id="190" name="Group 189"/>
          <p:cNvGrpSpPr/>
          <p:nvPr/>
        </p:nvGrpSpPr>
        <p:grpSpPr>
          <a:xfrm>
            <a:off x="9871600" y="3763152"/>
            <a:ext cx="826478" cy="124650"/>
            <a:chOff x="9938624" y="3915552"/>
            <a:chExt cx="826478" cy="124650"/>
          </a:xfrm>
        </p:grpSpPr>
        <p:sp>
          <p:nvSpPr>
            <p:cNvPr id="191" name="Rectangle 190"/>
            <p:cNvSpPr/>
            <p:nvPr/>
          </p:nvSpPr>
          <p:spPr>
            <a:xfrm>
              <a:off x="10214377" y="3915552"/>
              <a:ext cx="550725" cy="124650"/>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black"/>
                  </a:solidFill>
                  <a:effectLst/>
                  <a:uLnTx/>
                  <a:uFillTx/>
                  <a:latin typeface="Arial Narrow" panose="020B0606020202030204" pitchFamily="34" charset="0"/>
                  <a:ea typeface="+mn-ea"/>
                  <a:cs typeface="Arial" pitchFamily="34" charset="0"/>
                </a:rPr>
                <a:t>Scaled</a:t>
              </a:r>
              <a:endParaRPr kumimoji="0" lang="en-US" sz="9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endParaRPr>
            </a:p>
          </p:txBody>
        </p:sp>
        <p:sp>
          <p:nvSpPr>
            <p:cNvPr id="192" name="Rectangle 191"/>
            <p:cNvSpPr/>
            <p:nvPr/>
          </p:nvSpPr>
          <p:spPr bwMode="auto">
            <a:xfrm>
              <a:off x="9938624" y="3917847"/>
              <a:ext cx="232993" cy="109730"/>
            </a:xfrm>
            <a:prstGeom prst="rect">
              <a:avLst/>
            </a:prstGeom>
            <a:solidFill>
              <a:schemeClr val="accent1"/>
            </a:solidFill>
            <a:ln w="12700" algn="ctr">
              <a:noFill/>
              <a:miter lim="800000"/>
              <a:headEnd/>
              <a:tailEnd/>
            </a:ln>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err="1" smtClean="0">
                <a:ln>
                  <a:noFill/>
                </a:ln>
                <a:solidFill>
                  <a:prstClr val="black"/>
                </a:solidFill>
                <a:effectLst/>
                <a:uLnTx/>
                <a:uFillTx/>
                <a:latin typeface="Arial Narrow" panose="020B0606020202030204" pitchFamily="34" charset="0"/>
                <a:ea typeface="+mn-ea"/>
                <a:cs typeface="+mn-cs"/>
              </a:endParaRPr>
            </a:p>
          </p:txBody>
        </p:sp>
      </p:grpSp>
      <p:grpSp>
        <p:nvGrpSpPr>
          <p:cNvPr id="193" name="Group 192"/>
          <p:cNvGrpSpPr/>
          <p:nvPr/>
        </p:nvGrpSpPr>
        <p:grpSpPr>
          <a:xfrm>
            <a:off x="10496338" y="3763152"/>
            <a:ext cx="826478" cy="124650"/>
            <a:chOff x="10611237" y="3915552"/>
            <a:chExt cx="826478" cy="124650"/>
          </a:xfrm>
        </p:grpSpPr>
        <p:sp>
          <p:nvSpPr>
            <p:cNvPr id="194" name="Rectangle 193"/>
            <p:cNvSpPr/>
            <p:nvPr/>
          </p:nvSpPr>
          <p:spPr>
            <a:xfrm>
              <a:off x="10886990" y="3915552"/>
              <a:ext cx="550725" cy="124650"/>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black"/>
                  </a:solidFill>
                  <a:effectLst/>
                  <a:uLnTx/>
                  <a:uFillTx/>
                  <a:latin typeface="Arial Narrow" panose="020B0606020202030204" pitchFamily="34" charset="0"/>
                  <a:ea typeface="+mn-ea"/>
                  <a:cs typeface="Arial" pitchFamily="34" charset="0"/>
                </a:rPr>
                <a:t>Modified</a:t>
              </a:r>
              <a:endParaRPr kumimoji="0" lang="en-US" sz="9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endParaRPr>
            </a:p>
          </p:txBody>
        </p:sp>
        <p:sp>
          <p:nvSpPr>
            <p:cNvPr id="195" name="Rectangle 194"/>
            <p:cNvSpPr/>
            <p:nvPr/>
          </p:nvSpPr>
          <p:spPr bwMode="auto">
            <a:xfrm>
              <a:off x="10611237" y="3917847"/>
              <a:ext cx="232993" cy="109730"/>
            </a:xfrm>
            <a:prstGeom prst="rect">
              <a:avLst/>
            </a:prstGeom>
            <a:solidFill>
              <a:schemeClr val="accent5"/>
            </a:solidFill>
            <a:ln w="12700" algn="ctr">
              <a:noFill/>
              <a:miter lim="800000"/>
              <a:headEnd/>
              <a:tailEnd/>
            </a:ln>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err="1" smtClean="0">
                <a:ln>
                  <a:noFill/>
                </a:ln>
                <a:solidFill>
                  <a:prstClr val="black"/>
                </a:solidFill>
                <a:effectLst/>
                <a:uLnTx/>
                <a:uFillTx/>
                <a:latin typeface="Arial Narrow" panose="020B0606020202030204" pitchFamily="34" charset="0"/>
                <a:ea typeface="+mn-ea"/>
                <a:cs typeface="+mn-cs"/>
              </a:endParaRPr>
            </a:p>
          </p:txBody>
        </p:sp>
      </p:grpSp>
      <p:sp>
        <p:nvSpPr>
          <p:cNvPr id="196" name="Rectangle 195"/>
          <p:cNvSpPr/>
          <p:nvPr/>
        </p:nvSpPr>
        <p:spPr>
          <a:xfrm>
            <a:off x="11462101" y="3765341"/>
            <a:ext cx="626010" cy="124650"/>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black"/>
                </a:solidFill>
                <a:effectLst/>
                <a:uLnTx/>
                <a:uFillTx/>
                <a:latin typeface="Arial Narrow" panose="020B0606020202030204" pitchFamily="34" charset="0"/>
                <a:ea typeface="+mn-ea"/>
                <a:cs typeface="Arial" pitchFamily="34" charset="0"/>
              </a:rPr>
              <a:t>V2 Qualified</a:t>
            </a:r>
            <a:endParaRPr kumimoji="0" lang="en-US" sz="900" b="0" i="0" u="none" strike="sngStrike" kern="1200" cap="none" spc="0" normalizeH="0" baseline="0" noProof="0" dirty="0">
              <a:ln>
                <a:noFill/>
              </a:ln>
              <a:solidFill>
                <a:srgbClr val="FF0000"/>
              </a:solidFill>
              <a:effectLst/>
              <a:uLnTx/>
              <a:uFillTx/>
              <a:latin typeface="Arial Narrow" panose="020B0606020202030204" pitchFamily="34" charset="0"/>
              <a:ea typeface="+mn-ea"/>
              <a:cs typeface="Arial" pitchFamily="34" charset="0"/>
            </a:endParaRPr>
          </a:p>
        </p:txBody>
      </p:sp>
      <p:sp>
        <p:nvSpPr>
          <p:cNvPr id="197" name="Rectangle 196"/>
          <p:cNvSpPr/>
          <p:nvPr/>
        </p:nvSpPr>
        <p:spPr bwMode="auto">
          <a:xfrm>
            <a:off x="11176660" y="3762869"/>
            <a:ext cx="241120" cy="109731"/>
          </a:xfrm>
          <a:prstGeom prst="rect">
            <a:avLst/>
          </a:prstGeom>
          <a:solidFill>
            <a:schemeClr val="accent2"/>
          </a:solidFill>
          <a:ln w="12700" algn="ctr">
            <a:noFill/>
            <a:miter lim="800000"/>
            <a:headEnd/>
            <a:tailEnd/>
          </a:ln>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err="1" smtClean="0">
              <a:ln>
                <a:noFill/>
              </a:ln>
              <a:solidFill>
                <a:prstClr val="black"/>
              </a:solidFill>
              <a:effectLst/>
              <a:uLnTx/>
              <a:uFillTx/>
              <a:latin typeface="Arial Narrow" panose="020B0606020202030204" pitchFamily="34" charset="0"/>
              <a:ea typeface="+mn-ea"/>
              <a:cs typeface="+mn-cs"/>
            </a:endParaRPr>
          </a:p>
        </p:txBody>
      </p:sp>
      <p:sp>
        <p:nvSpPr>
          <p:cNvPr id="198" name="Rectangle 197"/>
          <p:cNvSpPr/>
          <p:nvPr/>
        </p:nvSpPr>
        <p:spPr>
          <a:xfrm>
            <a:off x="9566163" y="3899385"/>
            <a:ext cx="550725" cy="124650"/>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black"/>
                </a:solidFill>
                <a:effectLst/>
                <a:uLnTx/>
                <a:uFillTx/>
                <a:latin typeface="Arial Narrow" panose="020B0606020202030204" pitchFamily="34" charset="0"/>
                <a:ea typeface="+mn-ea"/>
                <a:cs typeface="Arial" pitchFamily="34" charset="0"/>
              </a:rPr>
              <a:t>HP&amp;S New</a:t>
            </a:r>
            <a:endParaRPr kumimoji="0" lang="en-US" sz="9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endParaRPr>
          </a:p>
        </p:txBody>
      </p:sp>
      <p:sp>
        <p:nvSpPr>
          <p:cNvPr id="199" name="Rectangle 198"/>
          <p:cNvSpPr/>
          <p:nvPr/>
        </p:nvSpPr>
        <p:spPr bwMode="auto">
          <a:xfrm>
            <a:off x="9290410" y="3896893"/>
            <a:ext cx="232993" cy="109730"/>
          </a:xfrm>
          <a:prstGeom prst="rect">
            <a:avLst/>
          </a:prstGeom>
          <a:solidFill>
            <a:srgbClr val="008FFA"/>
          </a:solidFill>
          <a:ln w="12700" algn="ctr">
            <a:noFill/>
            <a:miter lim="800000"/>
            <a:headEnd/>
            <a:tailEnd/>
          </a:ln>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err="1" smtClean="0">
              <a:ln>
                <a:noFill/>
              </a:ln>
              <a:solidFill>
                <a:prstClr val="black"/>
              </a:solidFill>
              <a:effectLst/>
              <a:uLnTx/>
              <a:uFillTx/>
              <a:latin typeface="Arial Narrow" panose="020B0606020202030204" pitchFamily="34" charset="0"/>
              <a:ea typeface="+mn-ea"/>
              <a:cs typeface="+mn-cs"/>
            </a:endParaRPr>
          </a:p>
        </p:txBody>
      </p:sp>
      <p:sp>
        <p:nvSpPr>
          <p:cNvPr id="200" name="Rectangle 199"/>
          <p:cNvSpPr/>
          <p:nvPr/>
        </p:nvSpPr>
        <p:spPr>
          <a:xfrm>
            <a:off x="10442262" y="3899385"/>
            <a:ext cx="1320464" cy="124650"/>
          </a:xfrm>
          <a:prstGeom prst="rect">
            <a:avLst/>
          </a:prstGeom>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rPr>
              <a:t>HP&amp;S Obsolescence </a:t>
            </a:r>
            <a:r>
              <a:rPr kumimoji="0" lang="en-US" sz="900" b="0" i="0" u="none" strike="noStrike" kern="1200" cap="none" spc="0" normalizeH="0" baseline="0" noProof="0" dirty="0" smtClean="0">
                <a:ln>
                  <a:noFill/>
                </a:ln>
                <a:solidFill>
                  <a:prstClr val="black"/>
                </a:solidFill>
                <a:effectLst/>
                <a:uLnTx/>
                <a:uFillTx/>
                <a:latin typeface="Arial Narrow" panose="020B0606020202030204" pitchFamily="34" charset="0"/>
                <a:ea typeface="+mn-ea"/>
                <a:cs typeface="Arial" pitchFamily="34" charset="0"/>
              </a:rPr>
              <a:t>Upgrades</a:t>
            </a:r>
            <a:endParaRPr kumimoji="0" lang="en-US" sz="9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Arial" pitchFamily="34" charset="0"/>
            </a:endParaRPr>
          </a:p>
        </p:txBody>
      </p:sp>
      <p:sp>
        <p:nvSpPr>
          <p:cNvPr id="201" name="Freeform 200"/>
          <p:cNvSpPr/>
          <p:nvPr/>
        </p:nvSpPr>
        <p:spPr bwMode="auto">
          <a:xfrm>
            <a:off x="8393616" y="1197658"/>
            <a:ext cx="223765" cy="223765"/>
          </a:xfrm>
          <a:custGeom>
            <a:avLst/>
            <a:gdLst>
              <a:gd name="connsiteX0" fmla="*/ 0 w 402145"/>
              <a:gd name="connsiteY0" fmla="*/ 0 h 402145"/>
              <a:gd name="connsiteX1" fmla="*/ 317561 w 402145"/>
              <a:gd name="connsiteY1" fmla="*/ 0 h 402145"/>
              <a:gd name="connsiteX2" fmla="*/ 402145 w 402145"/>
              <a:gd name="connsiteY2" fmla="*/ 84584 h 402145"/>
              <a:gd name="connsiteX3" fmla="*/ 402145 w 402145"/>
              <a:gd name="connsiteY3" fmla="*/ 402145 h 402145"/>
            </a:gdLst>
            <a:ahLst/>
            <a:cxnLst>
              <a:cxn ang="0">
                <a:pos x="connsiteX0" y="connsiteY0"/>
              </a:cxn>
              <a:cxn ang="0">
                <a:pos x="connsiteX1" y="connsiteY1"/>
              </a:cxn>
              <a:cxn ang="0">
                <a:pos x="connsiteX2" y="connsiteY2"/>
              </a:cxn>
              <a:cxn ang="0">
                <a:pos x="connsiteX3" y="connsiteY3"/>
              </a:cxn>
            </a:cxnLst>
            <a:rect l="l" t="t" r="r" b="b"/>
            <a:pathLst>
              <a:path w="402145" h="402145">
                <a:moveTo>
                  <a:pt x="0" y="0"/>
                </a:moveTo>
                <a:lnTo>
                  <a:pt x="317561" y="0"/>
                </a:lnTo>
                <a:cubicBezTo>
                  <a:pt x="364275" y="0"/>
                  <a:pt x="402145" y="37870"/>
                  <a:pt x="402145" y="84584"/>
                </a:cubicBezTo>
                <a:lnTo>
                  <a:pt x="402145" y="402145"/>
                </a:lnTo>
                <a:close/>
              </a:path>
            </a:pathLst>
          </a:custGeom>
          <a:solidFill>
            <a:srgbClr val="008FFA"/>
          </a:solidFill>
          <a:ln w="12700" algn="ctr">
            <a:noFill/>
            <a:miter lim="800000"/>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smtClean="0">
              <a:ln>
                <a:noFill/>
              </a:ln>
              <a:solidFill>
                <a:prstClr val="black"/>
              </a:solidFill>
              <a:effectLst/>
              <a:uLnTx/>
              <a:uFillTx/>
              <a:latin typeface="Arial"/>
              <a:ea typeface="+mn-ea"/>
              <a:cs typeface="+mn-cs"/>
            </a:endParaRPr>
          </a:p>
        </p:txBody>
      </p:sp>
      <p:sp>
        <p:nvSpPr>
          <p:cNvPr id="202" name="Freeform 201"/>
          <p:cNvSpPr/>
          <p:nvPr/>
        </p:nvSpPr>
        <p:spPr bwMode="auto">
          <a:xfrm>
            <a:off x="10279720" y="3902872"/>
            <a:ext cx="127186" cy="127186"/>
          </a:xfrm>
          <a:custGeom>
            <a:avLst/>
            <a:gdLst>
              <a:gd name="connsiteX0" fmla="*/ 0 w 402145"/>
              <a:gd name="connsiteY0" fmla="*/ 0 h 402145"/>
              <a:gd name="connsiteX1" fmla="*/ 317561 w 402145"/>
              <a:gd name="connsiteY1" fmla="*/ 0 h 402145"/>
              <a:gd name="connsiteX2" fmla="*/ 402145 w 402145"/>
              <a:gd name="connsiteY2" fmla="*/ 84584 h 402145"/>
              <a:gd name="connsiteX3" fmla="*/ 402145 w 402145"/>
              <a:gd name="connsiteY3" fmla="*/ 402145 h 402145"/>
            </a:gdLst>
            <a:ahLst/>
            <a:cxnLst>
              <a:cxn ang="0">
                <a:pos x="connsiteX0" y="connsiteY0"/>
              </a:cxn>
              <a:cxn ang="0">
                <a:pos x="connsiteX1" y="connsiteY1"/>
              </a:cxn>
              <a:cxn ang="0">
                <a:pos x="connsiteX2" y="connsiteY2"/>
              </a:cxn>
              <a:cxn ang="0">
                <a:pos x="connsiteX3" y="connsiteY3"/>
              </a:cxn>
            </a:cxnLst>
            <a:rect l="l" t="t" r="r" b="b"/>
            <a:pathLst>
              <a:path w="402145" h="402145">
                <a:moveTo>
                  <a:pt x="0" y="0"/>
                </a:moveTo>
                <a:lnTo>
                  <a:pt x="317561" y="0"/>
                </a:lnTo>
                <a:cubicBezTo>
                  <a:pt x="364275" y="0"/>
                  <a:pt x="402145" y="37870"/>
                  <a:pt x="402145" y="84584"/>
                </a:cubicBezTo>
                <a:lnTo>
                  <a:pt x="402145" y="402145"/>
                </a:lnTo>
                <a:close/>
              </a:path>
            </a:pathLst>
          </a:custGeom>
          <a:solidFill>
            <a:srgbClr val="008FFA"/>
          </a:solidFill>
          <a:ln w="12700" algn="ctr">
            <a:noFill/>
            <a:miter lim="800000"/>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smtClean="0">
              <a:ln>
                <a:noFill/>
              </a:ln>
              <a:solidFill>
                <a:prstClr val="black"/>
              </a:solidFill>
              <a:effectLst/>
              <a:uLnTx/>
              <a:uFillTx/>
              <a:latin typeface="Arial"/>
              <a:ea typeface="+mn-ea"/>
              <a:cs typeface="+mn-cs"/>
            </a:endParaRPr>
          </a:p>
        </p:txBody>
      </p:sp>
      <p:sp>
        <p:nvSpPr>
          <p:cNvPr id="203" name="Freeform 202"/>
          <p:cNvSpPr/>
          <p:nvPr/>
        </p:nvSpPr>
        <p:spPr bwMode="auto">
          <a:xfrm>
            <a:off x="7423871" y="3177895"/>
            <a:ext cx="207852" cy="207852"/>
          </a:xfrm>
          <a:custGeom>
            <a:avLst/>
            <a:gdLst>
              <a:gd name="connsiteX0" fmla="*/ 0 w 402145"/>
              <a:gd name="connsiteY0" fmla="*/ 0 h 402145"/>
              <a:gd name="connsiteX1" fmla="*/ 317561 w 402145"/>
              <a:gd name="connsiteY1" fmla="*/ 0 h 402145"/>
              <a:gd name="connsiteX2" fmla="*/ 402145 w 402145"/>
              <a:gd name="connsiteY2" fmla="*/ 84584 h 402145"/>
              <a:gd name="connsiteX3" fmla="*/ 402145 w 402145"/>
              <a:gd name="connsiteY3" fmla="*/ 402145 h 402145"/>
            </a:gdLst>
            <a:ahLst/>
            <a:cxnLst>
              <a:cxn ang="0">
                <a:pos x="connsiteX0" y="connsiteY0"/>
              </a:cxn>
              <a:cxn ang="0">
                <a:pos x="connsiteX1" y="connsiteY1"/>
              </a:cxn>
              <a:cxn ang="0">
                <a:pos x="connsiteX2" y="connsiteY2"/>
              </a:cxn>
              <a:cxn ang="0">
                <a:pos x="connsiteX3" y="connsiteY3"/>
              </a:cxn>
            </a:cxnLst>
            <a:rect l="l" t="t" r="r" b="b"/>
            <a:pathLst>
              <a:path w="402145" h="402145">
                <a:moveTo>
                  <a:pt x="0" y="0"/>
                </a:moveTo>
                <a:lnTo>
                  <a:pt x="317561" y="0"/>
                </a:lnTo>
                <a:cubicBezTo>
                  <a:pt x="364275" y="0"/>
                  <a:pt x="402145" y="37870"/>
                  <a:pt x="402145" y="84584"/>
                </a:cubicBezTo>
                <a:lnTo>
                  <a:pt x="402145" y="402145"/>
                </a:lnTo>
                <a:close/>
              </a:path>
            </a:pathLst>
          </a:custGeom>
          <a:solidFill>
            <a:srgbClr val="008FFA"/>
          </a:solidFill>
          <a:ln w="12700" algn="ctr">
            <a:noFill/>
            <a:miter lim="800000"/>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smtClean="0">
              <a:ln>
                <a:noFill/>
              </a:ln>
              <a:solidFill>
                <a:prstClr val="black"/>
              </a:solidFill>
              <a:effectLst/>
              <a:uLnTx/>
              <a:uFillTx/>
              <a:latin typeface="Arial"/>
              <a:ea typeface="+mn-ea"/>
              <a:cs typeface="+mn-cs"/>
            </a:endParaRPr>
          </a:p>
        </p:txBody>
      </p:sp>
      <p:sp>
        <p:nvSpPr>
          <p:cNvPr id="204" name="TextBox 203"/>
          <p:cNvSpPr txBox="1"/>
          <p:nvPr/>
        </p:nvSpPr>
        <p:spPr>
          <a:xfrm>
            <a:off x="2322506" y="5902151"/>
            <a:ext cx="262892" cy="124650"/>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black"/>
                </a:solidFill>
                <a:effectLst/>
                <a:uLnTx/>
                <a:uFillTx/>
                <a:latin typeface="Arial" pitchFamily="34" charset="0"/>
                <a:ea typeface="+mn-ea"/>
                <a:cs typeface="Arial" pitchFamily="34" charset="0"/>
              </a:rPr>
              <a:t>PPE</a:t>
            </a:r>
          </a:p>
        </p:txBody>
      </p:sp>
      <p:sp>
        <p:nvSpPr>
          <p:cNvPr id="205" name="Rounded Rectangle 204"/>
          <p:cNvSpPr/>
          <p:nvPr/>
        </p:nvSpPr>
        <p:spPr bwMode="auto">
          <a:xfrm>
            <a:off x="6945923" y="3177895"/>
            <a:ext cx="685800" cy="558311"/>
          </a:xfrm>
          <a:prstGeom prst="roundRect">
            <a:avLst>
              <a:gd name="adj" fmla="val 9581"/>
            </a:avLst>
          </a:prstGeom>
          <a:noFill/>
          <a:ln w="6350" algn="ctr">
            <a:solidFill>
              <a:srgbClr val="008FFA"/>
            </a:solidFill>
            <a:miter lim="800000"/>
            <a:headEnd/>
            <a:tailEnd/>
          </a:ln>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smtClean="0">
              <a:ln>
                <a:noFill/>
              </a:ln>
              <a:solidFill>
                <a:prstClr val="black"/>
              </a:solidFill>
              <a:effectLst/>
              <a:uLnTx/>
              <a:uFillTx/>
              <a:latin typeface="Arial"/>
              <a:ea typeface="+mn-ea"/>
              <a:cs typeface="+mn-cs"/>
            </a:endParaRPr>
          </a:p>
        </p:txBody>
      </p:sp>
      <p:grpSp>
        <p:nvGrpSpPr>
          <p:cNvPr id="206" name="Group 205"/>
          <p:cNvGrpSpPr/>
          <p:nvPr/>
        </p:nvGrpSpPr>
        <p:grpSpPr>
          <a:xfrm>
            <a:off x="6193479" y="4833430"/>
            <a:ext cx="1661338" cy="547418"/>
            <a:chOff x="6312312" y="4985830"/>
            <a:chExt cx="1587618" cy="523127"/>
          </a:xfrm>
        </p:grpSpPr>
        <p:pic>
          <p:nvPicPr>
            <p:cNvPr id="207"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7618458" y="4985830"/>
              <a:ext cx="281472" cy="513992"/>
            </a:xfrm>
            <a:prstGeom prst="rect">
              <a:avLst/>
            </a:prstGeom>
            <a:ln>
              <a:noFill/>
            </a:ln>
            <a:effectLst/>
            <a:extLst>
              <a:ext uri="{909E8E84-426E-40DD-AFC4-6F175D3DCCD1}">
                <a14:hiddenFill xmlns:a14="http://schemas.microsoft.com/office/drawing/2010/main">
                  <a:solidFill>
                    <a:srgbClr val="FFFFFF"/>
                  </a:solidFill>
                </a14:hiddenFill>
              </a:ext>
            </a:extLst>
          </p:spPr>
        </p:pic>
        <p:grpSp>
          <p:nvGrpSpPr>
            <p:cNvPr id="208" name="Group 207"/>
            <p:cNvGrpSpPr/>
            <p:nvPr/>
          </p:nvGrpSpPr>
          <p:grpSpPr>
            <a:xfrm>
              <a:off x="7179861" y="4985830"/>
              <a:ext cx="378253" cy="513619"/>
              <a:chOff x="7634074" y="4963272"/>
              <a:chExt cx="356082" cy="472803"/>
            </a:xfrm>
          </p:grpSpPr>
          <p:pic>
            <p:nvPicPr>
              <p:cNvPr id="218"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7634074" y="4975419"/>
                <a:ext cx="226895" cy="414330"/>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219"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7731240" y="4963272"/>
                <a:ext cx="258916" cy="472803"/>
              </a:xfrm>
              <a:prstGeom prst="rect">
                <a:avLst/>
              </a:prstGeom>
              <a:ln>
                <a:noFill/>
              </a:ln>
              <a:effectLst/>
              <a:extLst>
                <a:ext uri="{909E8E84-426E-40DD-AFC4-6F175D3DCCD1}">
                  <a14:hiddenFill xmlns:a14="http://schemas.microsoft.com/office/drawing/2010/main">
                    <a:solidFill>
                      <a:srgbClr val="FFFFFF"/>
                    </a:solidFill>
                  </a14:hiddenFill>
                </a:ext>
              </a:extLst>
            </p:spPr>
          </p:pic>
        </p:grpSp>
        <p:grpSp>
          <p:nvGrpSpPr>
            <p:cNvPr id="209" name="Group 208"/>
            <p:cNvGrpSpPr/>
            <p:nvPr/>
          </p:nvGrpSpPr>
          <p:grpSpPr>
            <a:xfrm>
              <a:off x="6312312" y="4985831"/>
              <a:ext cx="812986" cy="523126"/>
              <a:chOff x="3086993" y="4952287"/>
              <a:chExt cx="927857" cy="583816"/>
            </a:xfrm>
          </p:grpSpPr>
          <p:pic>
            <p:nvPicPr>
              <p:cNvPr id="210"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086993" y="5009382"/>
                <a:ext cx="137578" cy="251229"/>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211"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148283" y="5003554"/>
                <a:ext cx="154107" cy="281413"/>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212"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216160" y="4993003"/>
                <a:ext cx="175913" cy="321232"/>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213"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292828" y="4982453"/>
                <a:ext cx="200860" cy="366788"/>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214"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380046" y="4975419"/>
                <a:ext cx="226895" cy="414330"/>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215"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472541" y="4970142"/>
                <a:ext cx="255397" cy="466377"/>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216"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577294" y="4961810"/>
                <a:ext cx="285188" cy="520777"/>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217" name="Picture 4" descr="C:\D Drive\01 Program Data Files\AMDR\Graphics\Hardware\Cabinets\1 Cabinet.tif"/>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3695140" y="4952287"/>
                <a:ext cx="319710" cy="583816"/>
              </a:xfrm>
              <a:prstGeom prst="rect">
                <a:avLst/>
              </a:prstGeom>
              <a:ln>
                <a:noFill/>
              </a:ln>
              <a:effectLst/>
              <a:extLst>
                <a:ext uri="{909E8E84-426E-40DD-AFC4-6F175D3DCCD1}">
                  <a14:hiddenFill xmlns:a14="http://schemas.microsoft.com/office/drawing/2010/main">
                    <a:solidFill>
                      <a:srgbClr val="FFFFFF"/>
                    </a:solidFill>
                  </a14:hiddenFill>
                </a:ext>
              </a:extLst>
            </p:spPr>
          </p:pic>
        </p:grpSp>
      </p:grpSp>
      <p:pic>
        <p:nvPicPr>
          <p:cNvPr id="221" name="Picture 220"/>
          <p:cNvPicPr>
            <a:picLocks noChangeAspect="1"/>
          </p:cNvPicPr>
          <p:nvPr/>
        </p:nvPicPr>
        <p:blipFill>
          <a:blip r:embed="rId28" cstate="hqprint">
            <a:extLst>
              <a:ext uri="{28A0092B-C50C-407E-A947-70E740481C1C}">
                <a14:useLocalDpi xmlns:a14="http://schemas.microsoft.com/office/drawing/2010/main" val="0"/>
              </a:ext>
            </a:extLst>
          </a:blip>
          <a:stretch>
            <a:fillRect/>
          </a:stretch>
        </p:blipFill>
        <p:spPr>
          <a:xfrm>
            <a:off x="1671988" y="4767611"/>
            <a:ext cx="306964" cy="731520"/>
          </a:xfrm>
          <a:prstGeom prst="rect">
            <a:avLst/>
          </a:prstGeom>
        </p:spPr>
      </p:pic>
      <p:sp>
        <p:nvSpPr>
          <p:cNvPr id="222" name="TextBox 221"/>
          <p:cNvSpPr txBox="1"/>
          <p:nvPr/>
        </p:nvSpPr>
        <p:spPr>
          <a:xfrm>
            <a:off x="5600038" y="0"/>
            <a:ext cx="1090363" cy="276999"/>
          </a:xfrm>
          <a:prstGeom prst="rect">
            <a:avLst/>
          </a:prstGeom>
          <a:noFill/>
        </p:spPr>
        <p:txBody>
          <a:bodyPr wrap="none" rtlCol="0">
            <a:spAutoFit/>
          </a:bodyPr>
          <a:lstStyle/>
          <a:p>
            <a:r>
              <a:rPr lang="en-US" sz="1200" b="1" dirty="0" smtClean="0"/>
              <a:t>Unclassified</a:t>
            </a:r>
            <a:endParaRPr lang="en-US" sz="1200" b="1" dirty="0"/>
          </a:p>
        </p:txBody>
      </p:sp>
      <p:pic>
        <p:nvPicPr>
          <p:cNvPr id="223" name="Picture 222"/>
          <p:cNvPicPr>
            <a:picLocks noChangeAspect="1"/>
          </p:cNvPicPr>
          <p:nvPr/>
        </p:nvPicPr>
        <p:blipFill>
          <a:blip r:embed="rId29"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619720" y="5880773"/>
            <a:ext cx="474077" cy="349847"/>
          </a:xfrm>
          <a:prstGeom prst="rect">
            <a:avLst/>
          </a:prstGeom>
        </p:spPr>
      </p:pic>
      <p:pic>
        <p:nvPicPr>
          <p:cNvPr id="224" name="Picture 223"/>
          <p:cNvPicPr>
            <a:picLocks noChangeAspect="1"/>
          </p:cNvPicPr>
          <p:nvPr/>
        </p:nvPicPr>
        <p:blipFill>
          <a:blip r:embed="rId29"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239494" y="5832619"/>
            <a:ext cx="474077" cy="349847"/>
          </a:xfrm>
          <a:prstGeom prst="rect">
            <a:avLst/>
          </a:prstGeom>
        </p:spPr>
      </p:pic>
      <p:sp>
        <p:nvSpPr>
          <p:cNvPr id="186" name="TextBox 185"/>
          <p:cNvSpPr txBox="1"/>
          <p:nvPr/>
        </p:nvSpPr>
        <p:spPr>
          <a:xfrm>
            <a:off x="9918566" y="6972524"/>
            <a:ext cx="805421" cy="124650"/>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cs typeface="Arial" pitchFamily="34" charset="0"/>
              </a:rPr>
              <a:t>New</a:t>
            </a:r>
          </a:p>
        </p:txBody>
      </p:sp>
      <p:sp>
        <p:nvSpPr>
          <p:cNvPr id="227" name="TextBox 226"/>
          <p:cNvSpPr txBox="1"/>
          <p:nvPr/>
        </p:nvSpPr>
        <p:spPr>
          <a:xfrm>
            <a:off x="10494807" y="5955002"/>
            <a:ext cx="891065" cy="2492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rPr>
              <a:t>New Power</a:t>
            </a:r>
            <a:r>
              <a:rPr kumimoji="0" lang="en-US" sz="900" b="0" i="0" u="none" strike="noStrike" kern="1200" cap="none" spc="0" normalizeH="0" noProof="0" dirty="0" smtClean="0">
                <a:ln>
                  <a:noFill/>
                </a:ln>
                <a:solidFill>
                  <a:prstClr val="white"/>
                </a:solidFill>
                <a:effectLst/>
                <a:uLnTx/>
                <a:uFillTx/>
                <a:latin typeface="Arial" pitchFamily="34" charset="0"/>
                <a:ea typeface="+mn-ea"/>
                <a:cs typeface="Arial" pitchFamily="34" charset="0"/>
              </a:rPr>
              <a:t> Control Dist.</a:t>
            </a:r>
            <a:endParaRPr kumimoji="0" lang="en-US" sz="900" b="0" i="0" u="none" strike="noStrike" kern="1200" cap="none" spc="0" normalizeH="0" baseline="0" noProof="0" dirty="0" smtClean="0">
              <a:ln>
                <a:noFill/>
              </a:ln>
              <a:solidFill>
                <a:prstClr val="white"/>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4897439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Rectangle 128">
            <a:extLst>
              <a:ext uri="{FF2B5EF4-FFF2-40B4-BE49-F238E27FC236}">
                <a16:creationId xmlns:a16="http://schemas.microsoft.com/office/drawing/2014/main" id="{076081B0-0670-476A-A3DD-4C4920986580}"/>
              </a:ext>
            </a:extLst>
          </p:cNvPr>
          <p:cNvSpPr/>
          <p:nvPr/>
        </p:nvSpPr>
        <p:spPr>
          <a:xfrm>
            <a:off x="9051686" y="1004047"/>
            <a:ext cx="3140313" cy="5620900"/>
          </a:xfrm>
          <a:prstGeom prst="rect">
            <a:avLst/>
          </a:prstGeom>
          <a:gradFill>
            <a:gsLst>
              <a:gs pos="0">
                <a:srgbClr val="37376D"/>
              </a:gs>
              <a:gs pos="100000">
                <a:schemeClr val="tx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smtClean="0"/>
              <a:t>AN/SPY-6(V) Activities Map</a:t>
            </a:r>
            <a:endParaRPr lang="en-US" dirty="0"/>
          </a:p>
        </p:txBody>
      </p:sp>
      <p:pic>
        <p:nvPicPr>
          <p:cNvPr id="117" name="Picture 116"/>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Effect>
                      <a14:brightnessContrast bright="6000"/>
                    </a14:imgEffect>
                  </a14:imgLayer>
                </a14:imgProps>
              </a:ext>
              <a:ext uri="{28A0092B-C50C-407E-A947-70E740481C1C}">
                <a14:useLocalDpi xmlns:a14="http://schemas.microsoft.com/office/drawing/2010/main" val="0"/>
              </a:ext>
            </a:extLst>
          </a:blip>
          <a:srcRect l="35496" r="35774"/>
          <a:stretch/>
        </p:blipFill>
        <p:spPr>
          <a:xfrm>
            <a:off x="9207934" y="1276684"/>
            <a:ext cx="1371600" cy="2500457"/>
          </a:xfrm>
          <a:prstGeom prst="rect">
            <a:avLst/>
          </a:prstGeom>
        </p:spPr>
      </p:pic>
      <p:pic>
        <p:nvPicPr>
          <p:cNvPr id="118" name="Picture 117"/>
          <p:cNvPicPr>
            <a:picLocks noChangeAspect="1"/>
          </p:cNvPicPr>
          <p:nvPr/>
        </p:nvPicPr>
        <p:blipFill rotWithShape="1">
          <a:blip r:embed="rId4">
            <a:extLst>
              <a:ext uri="{BEBA8EAE-BF5A-486C-A8C5-ECC9F3942E4B}">
                <a14:imgProps xmlns:a14="http://schemas.microsoft.com/office/drawing/2010/main">
                  <a14:imgLayer r:embed="rId5">
                    <a14:imgEffect>
                      <a14:sharpenSoften amount="25000"/>
                    </a14:imgEffect>
                    <a14:imgEffect>
                      <a14:brightnessContrast bright="7000"/>
                    </a14:imgEffect>
                  </a14:imgLayer>
                </a14:imgProps>
              </a:ext>
              <a:ext uri="{28A0092B-C50C-407E-A947-70E740481C1C}">
                <a14:useLocalDpi xmlns:a14="http://schemas.microsoft.com/office/drawing/2010/main" val="0"/>
              </a:ext>
            </a:extLst>
          </a:blip>
          <a:srcRect l="27384" t="-345" r="31984" b="1666"/>
          <a:stretch/>
        </p:blipFill>
        <p:spPr>
          <a:xfrm>
            <a:off x="10643379" y="1276684"/>
            <a:ext cx="1370315" cy="2495982"/>
          </a:xfrm>
          <a:prstGeom prst="rect">
            <a:avLst/>
          </a:prstGeom>
        </p:spPr>
      </p:pic>
      <p:pic>
        <p:nvPicPr>
          <p:cNvPr id="119" name="Picture 118"/>
          <p:cNvPicPr>
            <a:picLocks noChangeAspect="1"/>
          </p:cNvPicPr>
          <p:nvPr/>
        </p:nvPicPr>
        <p:blipFill rotWithShape="1">
          <a:blip r:embed="rId6">
            <a:extLst>
              <a:ext uri="{BEBA8EAE-BF5A-486C-A8C5-ECC9F3942E4B}">
                <a14:imgProps xmlns:a14="http://schemas.microsoft.com/office/drawing/2010/main">
                  <a14:imgLayer r:embed="rId7">
                    <a14:imgEffect>
                      <a14:sharpenSoften amount="25000"/>
                    </a14:imgEffect>
                    <a14:imgEffect>
                      <a14:brightnessContrast bright="-3000"/>
                    </a14:imgEffect>
                  </a14:imgLayer>
                </a14:imgProps>
              </a:ext>
              <a:ext uri="{28A0092B-C50C-407E-A947-70E740481C1C}">
                <a14:useLocalDpi xmlns:a14="http://schemas.microsoft.com/office/drawing/2010/main" val="0"/>
              </a:ext>
            </a:extLst>
          </a:blip>
          <a:srcRect l="25047" r="35681" b="16164"/>
          <a:stretch/>
        </p:blipFill>
        <p:spPr>
          <a:xfrm>
            <a:off x="9207934" y="3962329"/>
            <a:ext cx="1371600" cy="2508061"/>
          </a:xfrm>
          <a:prstGeom prst="rect">
            <a:avLst/>
          </a:prstGeom>
        </p:spPr>
      </p:pic>
      <p:pic>
        <p:nvPicPr>
          <p:cNvPr id="120" name="Picture 119"/>
          <p:cNvPicPr>
            <a:picLocks noChangeAspect="1"/>
          </p:cNvPicPr>
          <p:nvPr/>
        </p:nvPicPr>
        <p:blipFill rotWithShape="1">
          <a:blip r:embed="rId8">
            <a:extLst>
              <a:ext uri="{BEBA8EAE-BF5A-486C-A8C5-ECC9F3942E4B}">
                <a14:imgProps xmlns:a14="http://schemas.microsoft.com/office/drawing/2010/main">
                  <a14:imgLayer r:embed="rId9">
                    <a14:imgEffect>
                      <a14:sharpenSoften amount="25000"/>
                    </a14:imgEffect>
                    <a14:imgEffect>
                      <a14:brightnessContrast bright="13000"/>
                    </a14:imgEffect>
                  </a14:imgLayer>
                </a14:imgProps>
              </a:ext>
              <a:ext uri="{28A0092B-C50C-407E-A947-70E740481C1C}">
                <a14:useLocalDpi xmlns:a14="http://schemas.microsoft.com/office/drawing/2010/main" val="0"/>
              </a:ext>
            </a:extLst>
          </a:blip>
          <a:srcRect l="9470" r="22973" b="3932"/>
          <a:stretch/>
        </p:blipFill>
        <p:spPr>
          <a:xfrm>
            <a:off x="10642736" y="3953420"/>
            <a:ext cx="1371600" cy="2495828"/>
          </a:xfrm>
          <a:prstGeom prst="rect">
            <a:avLst/>
          </a:prstGeom>
        </p:spPr>
      </p:pic>
      <p:sp>
        <p:nvSpPr>
          <p:cNvPr id="125" name="TextBox 124"/>
          <p:cNvSpPr txBox="1"/>
          <p:nvPr/>
        </p:nvSpPr>
        <p:spPr>
          <a:xfrm>
            <a:off x="9208577" y="3778303"/>
            <a:ext cx="1370315" cy="265863"/>
          </a:xfrm>
          <a:prstGeom prst="rect">
            <a:avLst/>
          </a:prstGeom>
          <a:noFill/>
          <a:ln>
            <a:noFill/>
          </a:ln>
        </p:spPr>
        <p:txBody>
          <a:bodyPr wrap="square" tIns="0" bIns="0" rtlCol="0">
            <a:noAutofit/>
          </a:bodyPr>
          <a:lstStyle/>
          <a:p>
            <a:pPr algn="ctr"/>
            <a:r>
              <a:rPr lang="en-US" sz="1100" b="1" dirty="0" smtClean="0">
                <a:solidFill>
                  <a:srgbClr val="FFFF00"/>
                </a:solidFill>
              </a:rPr>
              <a:t>HII / BIW</a:t>
            </a:r>
            <a:endParaRPr lang="en-US" sz="1100" b="1" dirty="0" smtClean="0">
              <a:solidFill>
                <a:schemeClr val="bg1"/>
              </a:solidFill>
            </a:endParaRPr>
          </a:p>
        </p:txBody>
      </p:sp>
      <p:sp>
        <p:nvSpPr>
          <p:cNvPr id="130" name="TextBox 129"/>
          <p:cNvSpPr txBox="1"/>
          <p:nvPr/>
        </p:nvSpPr>
        <p:spPr>
          <a:xfrm>
            <a:off x="10650923" y="3779327"/>
            <a:ext cx="1370315" cy="265863"/>
          </a:xfrm>
          <a:prstGeom prst="rect">
            <a:avLst/>
          </a:prstGeom>
          <a:noFill/>
          <a:ln>
            <a:noFill/>
          </a:ln>
        </p:spPr>
        <p:txBody>
          <a:bodyPr wrap="square" tIns="0" bIns="0" rtlCol="0">
            <a:noAutofit/>
          </a:bodyPr>
          <a:lstStyle/>
          <a:p>
            <a:pPr algn="ctr"/>
            <a:r>
              <a:rPr lang="en-US" sz="1100" b="1" dirty="0" smtClean="0">
                <a:solidFill>
                  <a:srgbClr val="FFFF00"/>
                </a:solidFill>
              </a:rPr>
              <a:t>CSEDS</a:t>
            </a:r>
            <a:endParaRPr lang="en-US" sz="1100" b="1" dirty="0" smtClean="0">
              <a:solidFill>
                <a:schemeClr val="bg1"/>
              </a:solidFill>
            </a:endParaRPr>
          </a:p>
        </p:txBody>
      </p:sp>
      <p:sp>
        <p:nvSpPr>
          <p:cNvPr id="131" name="TextBox 130"/>
          <p:cNvSpPr txBox="1"/>
          <p:nvPr/>
        </p:nvSpPr>
        <p:spPr>
          <a:xfrm>
            <a:off x="9240820" y="6470390"/>
            <a:ext cx="1370315" cy="265863"/>
          </a:xfrm>
          <a:prstGeom prst="rect">
            <a:avLst/>
          </a:prstGeom>
          <a:noFill/>
          <a:ln>
            <a:noFill/>
          </a:ln>
        </p:spPr>
        <p:txBody>
          <a:bodyPr wrap="square" tIns="0" bIns="0" rtlCol="0">
            <a:noAutofit/>
          </a:bodyPr>
          <a:lstStyle/>
          <a:p>
            <a:pPr algn="ctr"/>
            <a:r>
              <a:rPr lang="en-US" sz="1100" b="1" dirty="0" smtClean="0">
                <a:solidFill>
                  <a:srgbClr val="FFFF00"/>
                </a:solidFill>
              </a:rPr>
              <a:t>PMRF</a:t>
            </a:r>
            <a:endParaRPr lang="en-US" sz="1100" b="1" dirty="0" smtClean="0">
              <a:solidFill>
                <a:schemeClr val="bg1"/>
              </a:solidFill>
            </a:endParaRPr>
          </a:p>
        </p:txBody>
      </p:sp>
      <p:sp>
        <p:nvSpPr>
          <p:cNvPr id="132" name="TextBox 131"/>
          <p:cNvSpPr txBox="1"/>
          <p:nvPr/>
        </p:nvSpPr>
        <p:spPr>
          <a:xfrm>
            <a:off x="10744378" y="6463466"/>
            <a:ext cx="1370315" cy="265863"/>
          </a:xfrm>
          <a:prstGeom prst="rect">
            <a:avLst/>
          </a:prstGeom>
          <a:noFill/>
          <a:ln>
            <a:noFill/>
          </a:ln>
        </p:spPr>
        <p:txBody>
          <a:bodyPr wrap="square" tIns="0" bIns="0" rtlCol="0">
            <a:noAutofit/>
          </a:bodyPr>
          <a:lstStyle/>
          <a:p>
            <a:pPr algn="ctr"/>
            <a:r>
              <a:rPr lang="en-US" sz="1100" b="1" dirty="0" smtClean="0">
                <a:solidFill>
                  <a:srgbClr val="FFFF00"/>
                </a:solidFill>
              </a:rPr>
              <a:t>SCSC Wallops</a:t>
            </a:r>
            <a:endParaRPr lang="en-US" sz="1100" b="1" dirty="0" smtClean="0">
              <a:solidFill>
                <a:schemeClr val="bg1"/>
              </a:solidFill>
            </a:endParaRPr>
          </a:p>
        </p:txBody>
      </p:sp>
      <p:sp>
        <p:nvSpPr>
          <p:cNvPr id="133" name="Rectangle 132">
            <a:extLst>
              <a:ext uri="{FF2B5EF4-FFF2-40B4-BE49-F238E27FC236}">
                <a16:creationId xmlns:a16="http://schemas.microsoft.com/office/drawing/2014/main" id="{A653A0F0-701A-4A94-BA22-D952A5B85A51}"/>
              </a:ext>
            </a:extLst>
          </p:cNvPr>
          <p:cNvSpPr/>
          <p:nvPr/>
        </p:nvSpPr>
        <p:spPr>
          <a:xfrm>
            <a:off x="9051686" y="965005"/>
            <a:ext cx="3140313" cy="307777"/>
          </a:xfrm>
          <a:prstGeom prst="rect">
            <a:avLst/>
          </a:prstGeom>
        </p:spPr>
        <p:txBody>
          <a:bodyPr wrap="square">
            <a:spAutoFit/>
          </a:bodyPr>
          <a:lstStyle/>
          <a:p>
            <a:pPr marL="0" marR="0" lvl="0" indent="0" algn="ctr" defTabSz="457200" rtl="0" eaLnBrk="1" fontAlgn="base" latinLnBrk="0" hangingPunct="1">
              <a:lnSpc>
                <a:spcPct val="100000"/>
              </a:lnSpc>
              <a:spcBef>
                <a:spcPts val="2400"/>
              </a:spcBef>
              <a:spcAft>
                <a:spcPts val="600"/>
              </a:spcAft>
              <a:buClr>
                <a:srgbClr val="B28300"/>
              </a:buClr>
              <a:buSzPct val="85000"/>
              <a:buFontTx/>
              <a:buNone/>
              <a:tabLst/>
              <a:defRPr/>
            </a:pPr>
            <a:r>
              <a:rPr lang="en-US" sz="1400" b="1" i="1" kern="0" dirty="0" smtClean="0">
                <a:solidFill>
                  <a:srgbClr val="FFFF00"/>
                </a:solidFill>
                <a:effectLst>
                  <a:outerShdw blurRad="38100" dist="38100" dir="2700000" algn="tl">
                    <a:srgbClr val="000000">
                      <a:alpha val="43137"/>
                    </a:srgbClr>
                  </a:outerShdw>
                </a:effectLst>
                <a:latin typeface="Arial"/>
              </a:rPr>
              <a:t>System</a:t>
            </a:r>
            <a:r>
              <a:rPr kumimoji="0" lang="en-US" sz="1400" b="1" i="1" u="none" strike="noStrike" kern="0" cap="none" spc="0" normalizeH="0" baseline="0" noProof="0" dirty="0" smtClean="0">
                <a:ln>
                  <a:noFill/>
                </a:ln>
                <a:solidFill>
                  <a:srgbClr val="FFFF00"/>
                </a:solidFill>
                <a:effectLst>
                  <a:outerShdw blurRad="38100" dist="38100" dir="2700000" algn="tl">
                    <a:srgbClr val="000000">
                      <a:alpha val="43137"/>
                    </a:srgbClr>
                  </a:outerShdw>
                </a:effectLst>
                <a:uLnTx/>
                <a:uFillTx/>
                <a:latin typeface="Arial"/>
                <a:ea typeface="+mn-ea"/>
                <a:cs typeface="+mn-cs"/>
              </a:rPr>
              <a:t> Integration and Test Sites</a:t>
            </a:r>
            <a:endParaRPr kumimoji="0" lang="en-US" sz="1400" b="1" i="1" u="none" strike="noStrike" kern="0" cap="none" spc="0" normalizeH="0" baseline="0" noProof="0" dirty="0">
              <a:ln>
                <a:noFill/>
              </a:ln>
              <a:solidFill>
                <a:srgbClr val="FFFF00"/>
              </a:solidFill>
              <a:effectLst>
                <a:outerShdw blurRad="38100" dist="38100" dir="2700000" algn="tl">
                  <a:srgbClr val="000000">
                    <a:alpha val="43137"/>
                  </a:srgbClr>
                </a:outerShdw>
              </a:effectLst>
              <a:uLnTx/>
              <a:uFillTx/>
              <a:latin typeface="Arial"/>
              <a:ea typeface="+mn-ea"/>
              <a:cs typeface="+mn-cs"/>
            </a:endParaRPr>
          </a:p>
        </p:txBody>
      </p:sp>
      <p:grpSp>
        <p:nvGrpSpPr>
          <p:cNvPr id="140" name="Group 139"/>
          <p:cNvGrpSpPr/>
          <p:nvPr/>
        </p:nvGrpSpPr>
        <p:grpSpPr>
          <a:xfrm>
            <a:off x="172966" y="1177533"/>
            <a:ext cx="8819102" cy="5166890"/>
            <a:chOff x="104791" y="1329160"/>
            <a:chExt cx="8819102" cy="5166890"/>
          </a:xfrm>
        </p:grpSpPr>
        <p:grpSp>
          <p:nvGrpSpPr>
            <p:cNvPr id="141" name="Group 140"/>
            <p:cNvGrpSpPr/>
            <p:nvPr/>
          </p:nvGrpSpPr>
          <p:grpSpPr>
            <a:xfrm>
              <a:off x="104791" y="1329160"/>
              <a:ext cx="8819102" cy="5166890"/>
              <a:chOff x="104791" y="1329160"/>
              <a:chExt cx="8819102" cy="5166890"/>
            </a:xfrm>
          </p:grpSpPr>
          <p:sp>
            <p:nvSpPr>
              <p:cNvPr id="144" name="Freeform 3"/>
              <p:cNvSpPr>
                <a:spLocks noChangeAspect="1"/>
              </p:cNvSpPr>
              <p:nvPr/>
            </p:nvSpPr>
            <p:spPr bwMode="auto">
              <a:xfrm rot="21486075">
                <a:off x="6516688" y="2532063"/>
                <a:ext cx="400050" cy="515937"/>
              </a:xfrm>
              <a:custGeom>
                <a:avLst/>
                <a:gdLst>
                  <a:gd name="T0" fmla="*/ 2147483647 w 525"/>
                  <a:gd name="T1" fmla="*/ 2147483647 h 802"/>
                  <a:gd name="T2" fmla="*/ 2147483647 w 525"/>
                  <a:gd name="T3" fmla="*/ 2147483647 h 802"/>
                  <a:gd name="T4" fmla="*/ 2147483647 w 525"/>
                  <a:gd name="T5" fmla="*/ 2147483647 h 802"/>
                  <a:gd name="T6" fmla="*/ 2147483647 w 525"/>
                  <a:gd name="T7" fmla="*/ 2147483647 h 802"/>
                  <a:gd name="T8" fmla="*/ 2147483647 w 525"/>
                  <a:gd name="T9" fmla="*/ 2147483647 h 802"/>
                  <a:gd name="T10" fmla="*/ 2147483647 w 525"/>
                  <a:gd name="T11" fmla="*/ 2147483647 h 802"/>
                  <a:gd name="T12" fmla="*/ 2147483647 w 525"/>
                  <a:gd name="T13" fmla="*/ 2147483647 h 802"/>
                  <a:gd name="T14" fmla="*/ 0 w 525"/>
                  <a:gd name="T15" fmla="*/ 2147483647 h 802"/>
                  <a:gd name="T16" fmla="*/ 2147483647 w 525"/>
                  <a:gd name="T17" fmla="*/ 2147483647 h 802"/>
                  <a:gd name="T18" fmla="*/ 2147483647 w 525"/>
                  <a:gd name="T19" fmla="*/ 2147483647 h 802"/>
                  <a:gd name="T20" fmla="*/ 2147483647 w 525"/>
                  <a:gd name="T21" fmla="*/ 2147483647 h 802"/>
                  <a:gd name="T22" fmla="*/ 2147483647 w 525"/>
                  <a:gd name="T23" fmla="*/ 2147483647 h 802"/>
                  <a:gd name="T24" fmla="*/ 2147483647 w 525"/>
                  <a:gd name="T25" fmla="*/ 2147483647 h 802"/>
                  <a:gd name="T26" fmla="*/ 2147483647 w 525"/>
                  <a:gd name="T27" fmla="*/ 2147483647 h 802"/>
                  <a:gd name="T28" fmla="*/ 2147483647 w 525"/>
                  <a:gd name="T29" fmla="*/ 2147483647 h 802"/>
                  <a:gd name="T30" fmla="*/ 2147483647 w 525"/>
                  <a:gd name="T31" fmla="*/ 2147483647 h 802"/>
                  <a:gd name="T32" fmla="*/ 2147483647 w 525"/>
                  <a:gd name="T33" fmla="*/ 2147483647 h 802"/>
                  <a:gd name="T34" fmla="*/ 2147483647 w 525"/>
                  <a:gd name="T35" fmla="*/ 2147483647 h 802"/>
                  <a:gd name="T36" fmla="*/ 2147483647 w 525"/>
                  <a:gd name="T37" fmla="*/ 2147483647 h 802"/>
                  <a:gd name="T38" fmla="*/ 2147483647 w 525"/>
                  <a:gd name="T39" fmla="*/ 2147483647 h 802"/>
                  <a:gd name="T40" fmla="*/ 2147483647 w 525"/>
                  <a:gd name="T41" fmla="*/ 2147483647 h 802"/>
                  <a:gd name="T42" fmla="*/ 2147483647 w 525"/>
                  <a:gd name="T43" fmla="*/ 2147483647 h 802"/>
                  <a:gd name="T44" fmla="*/ 2147483647 w 525"/>
                  <a:gd name="T45" fmla="*/ 2147483647 h 802"/>
                  <a:gd name="T46" fmla="*/ 2147483647 w 525"/>
                  <a:gd name="T47" fmla="*/ 2147483647 h 802"/>
                  <a:gd name="T48" fmla="*/ 2147483647 w 525"/>
                  <a:gd name="T49" fmla="*/ 0 h 802"/>
                  <a:gd name="T50" fmla="*/ 2147483647 w 525"/>
                  <a:gd name="T51" fmla="*/ 2147483647 h 802"/>
                  <a:gd name="T52" fmla="*/ 2147483647 w 525"/>
                  <a:gd name="T53" fmla="*/ 2147483647 h 802"/>
                  <a:gd name="T54" fmla="*/ 2147483647 w 525"/>
                  <a:gd name="T55" fmla="*/ 2147483647 h 80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25"/>
                  <a:gd name="T85" fmla="*/ 0 h 802"/>
                  <a:gd name="T86" fmla="*/ 525 w 525"/>
                  <a:gd name="T87" fmla="*/ 802 h 80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25" h="802">
                    <a:moveTo>
                      <a:pt x="123" y="25"/>
                    </a:moveTo>
                    <a:lnTo>
                      <a:pt x="45" y="172"/>
                    </a:lnTo>
                    <a:lnTo>
                      <a:pt x="83" y="227"/>
                    </a:lnTo>
                    <a:lnTo>
                      <a:pt x="45" y="295"/>
                    </a:lnTo>
                    <a:lnTo>
                      <a:pt x="68" y="317"/>
                    </a:lnTo>
                    <a:lnTo>
                      <a:pt x="53" y="362"/>
                    </a:lnTo>
                    <a:lnTo>
                      <a:pt x="53" y="437"/>
                    </a:lnTo>
                    <a:lnTo>
                      <a:pt x="0" y="465"/>
                    </a:lnTo>
                    <a:lnTo>
                      <a:pt x="20" y="487"/>
                    </a:lnTo>
                    <a:lnTo>
                      <a:pt x="130" y="767"/>
                    </a:lnTo>
                    <a:lnTo>
                      <a:pt x="218" y="802"/>
                    </a:lnTo>
                    <a:lnTo>
                      <a:pt x="213" y="745"/>
                    </a:lnTo>
                    <a:lnTo>
                      <a:pt x="255" y="700"/>
                    </a:lnTo>
                    <a:lnTo>
                      <a:pt x="240" y="652"/>
                    </a:lnTo>
                    <a:lnTo>
                      <a:pt x="348" y="595"/>
                    </a:lnTo>
                    <a:lnTo>
                      <a:pt x="353" y="517"/>
                    </a:lnTo>
                    <a:lnTo>
                      <a:pt x="415" y="512"/>
                    </a:lnTo>
                    <a:lnTo>
                      <a:pt x="465" y="452"/>
                    </a:lnTo>
                    <a:lnTo>
                      <a:pt x="525" y="412"/>
                    </a:lnTo>
                    <a:lnTo>
                      <a:pt x="525" y="362"/>
                    </a:lnTo>
                    <a:lnTo>
                      <a:pt x="443" y="347"/>
                    </a:lnTo>
                    <a:lnTo>
                      <a:pt x="428" y="292"/>
                    </a:lnTo>
                    <a:lnTo>
                      <a:pt x="345" y="285"/>
                    </a:lnTo>
                    <a:lnTo>
                      <a:pt x="278" y="47"/>
                    </a:lnTo>
                    <a:lnTo>
                      <a:pt x="248" y="0"/>
                    </a:lnTo>
                    <a:lnTo>
                      <a:pt x="165" y="20"/>
                    </a:lnTo>
                    <a:lnTo>
                      <a:pt x="150" y="42"/>
                    </a:lnTo>
                    <a:lnTo>
                      <a:pt x="123" y="25"/>
                    </a:lnTo>
                    <a:close/>
                  </a:path>
                </a:pathLst>
              </a:custGeom>
              <a:solidFill>
                <a:srgbClr val="3366FF"/>
              </a:solidFill>
              <a:ln w="12700">
                <a:solidFill>
                  <a:srgbClr val="000000"/>
                </a:solidFill>
                <a:round/>
                <a:headEnd/>
                <a:tailEnd/>
              </a:ln>
            </p:spPr>
            <p:txBody>
              <a:bodyPr/>
              <a:lstStyle/>
              <a:p>
                <a:endParaRPr lang="en-US" dirty="0"/>
              </a:p>
            </p:txBody>
          </p:sp>
          <p:sp>
            <p:nvSpPr>
              <p:cNvPr id="145" name="Freeform 4"/>
              <p:cNvSpPr>
                <a:spLocks noChangeAspect="1"/>
              </p:cNvSpPr>
              <p:nvPr/>
            </p:nvSpPr>
            <p:spPr bwMode="auto">
              <a:xfrm rot="21486075">
                <a:off x="5949950" y="3567113"/>
                <a:ext cx="514350" cy="179387"/>
              </a:xfrm>
              <a:custGeom>
                <a:avLst/>
                <a:gdLst>
                  <a:gd name="T0" fmla="*/ 0 w 675"/>
                  <a:gd name="T1" fmla="*/ 2147483647 h 277"/>
                  <a:gd name="T2" fmla="*/ 2147483647 w 675"/>
                  <a:gd name="T3" fmla="*/ 0 h 277"/>
                  <a:gd name="T4" fmla="*/ 2147483647 w 675"/>
                  <a:gd name="T5" fmla="*/ 2147483647 h 277"/>
                  <a:gd name="T6" fmla="*/ 2147483647 w 675"/>
                  <a:gd name="T7" fmla="*/ 2147483647 h 277"/>
                  <a:gd name="T8" fmla="*/ 2147483647 w 675"/>
                  <a:gd name="T9" fmla="*/ 2147483647 h 277"/>
                  <a:gd name="T10" fmla="*/ 2147483647 w 675"/>
                  <a:gd name="T11" fmla="*/ 2147483647 h 277"/>
                  <a:gd name="T12" fmla="*/ 2147483647 w 675"/>
                  <a:gd name="T13" fmla="*/ 2147483647 h 277"/>
                  <a:gd name="T14" fmla="*/ 2147483647 w 675"/>
                  <a:gd name="T15" fmla="*/ 2147483647 h 277"/>
                  <a:gd name="T16" fmla="*/ 2147483647 w 675"/>
                  <a:gd name="T17" fmla="*/ 2147483647 h 277"/>
                  <a:gd name="T18" fmla="*/ 2147483647 w 675"/>
                  <a:gd name="T19" fmla="*/ 2147483647 h 277"/>
                  <a:gd name="T20" fmla="*/ 2147483647 w 675"/>
                  <a:gd name="T21" fmla="*/ 2147483647 h 277"/>
                  <a:gd name="T22" fmla="*/ 2147483647 w 675"/>
                  <a:gd name="T23" fmla="*/ 2147483647 h 277"/>
                  <a:gd name="T24" fmla="*/ 2147483647 w 675"/>
                  <a:gd name="T25" fmla="*/ 2147483647 h 277"/>
                  <a:gd name="T26" fmla="*/ 2147483647 w 675"/>
                  <a:gd name="T27" fmla="*/ 2147483647 h 277"/>
                  <a:gd name="T28" fmla="*/ 2147483647 w 675"/>
                  <a:gd name="T29" fmla="*/ 2147483647 h 277"/>
                  <a:gd name="T30" fmla="*/ 2147483647 w 675"/>
                  <a:gd name="T31" fmla="*/ 2147483647 h 277"/>
                  <a:gd name="T32" fmla="*/ 0 w 675"/>
                  <a:gd name="T33" fmla="*/ 2147483647 h 27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75"/>
                  <a:gd name="T52" fmla="*/ 0 h 277"/>
                  <a:gd name="T53" fmla="*/ 675 w 675"/>
                  <a:gd name="T54" fmla="*/ 277 h 27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75" h="277">
                    <a:moveTo>
                      <a:pt x="0" y="95"/>
                    </a:moveTo>
                    <a:lnTo>
                      <a:pt x="502" y="0"/>
                    </a:lnTo>
                    <a:lnTo>
                      <a:pt x="585" y="190"/>
                    </a:lnTo>
                    <a:lnTo>
                      <a:pt x="672" y="170"/>
                    </a:lnTo>
                    <a:lnTo>
                      <a:pt x="675" y="265"/>
                    </a:lnTo>
                    <a:lnTo>
                      <a:pt x="605" y="277"/>
                    </a:lnTo>
                    <a:lnTo>
                      <a:pt x="542" y="215"/>
                    </a:lnTo>
                    <a:lnTo>
                      <a:pt x="502" y="140"/>
                    </a:lnTo>
                    <a:lnTo>
                      <a:pt x="495" y="35"/>
                    </a:lnTo>
                    <a:lnTo>
                      <a:pt x="465" y="87"/>
                    </a:lnTo>
                    <a:lnTo>
                      <a:pt x="500" y="245"/>
                    </a:lnTo>
                    <a:lnTo>
                      <a:pt x="352" y="267"/>
                    </a:lnTo>
                    <a:lnTo>
                      <a:pt x="347" y="152"/>
                    </a:lnTo>
                    <a:lnTo>
                      <a:pt x="257" y="102"/>
                    </a:lnTo>
                    <a:lnTo>
                      <a:pt x="180" y="90"/>
                    </a:lnTo>
                    <a:lnTo>
                      <a:pt x="20" y="170"/>
                    </a:lnTo>
                    <a:lnTo>
                      <a:pt x="0" y="95"/>
                    </a:lnTo>
                    <a:close/>
                  </a:path>
                </a:pathLst>
              </a:custGeom>
              <a:solidFill>
                <a:srgbClr val="3366FF"/>
              </a:solidFill>
              <a:ln w="12700">
                <a:solidFill>
                  <a:srgbClr val="000000"/>
                </a:solidFill>
                <a:round/>
                <a:headEnd/>
                <a:tailEnd/>
              </a:ln>
            </p:spPr>
            <p:txBody>
              <a:bodyPr/>
              <a:lstStyle/>
              <a:p>
                <a:endParaRPr lang="en-US" dirty="0"/>
              </a:p>
            </p:txBody>
          </p:sp>
          <p:sp>
            <p:nvSpPr>
              <p:cNvPr id="146" name="Freeform 5"/>
              <p:cNvSpPr>
                <a:spLocks noChangeAspect="1"/>
              </p:cNvSpPr>
              <p:nvPr/>
            </p:nvSpPr>
            <p:spPr bwMode="auto">
              <a:xfrm rot="21486075">
                <a:off x="1727200" y="2724150"/>
                <a:ext cx="677863" cy="419100"/>
              </a:xfrm>
              <a:custGeom>
                <a:avLst/>
                <a:gdLst>
                  <a:gd name="T0" fmla="*/ 2147483647 w 890"/>
                  <a:gd name="T1" fmla="*/ 0 h 652"/>
                  <a:gd name="T2" fmla="*/ 2147483647 w 890"/>
                  <a:gd name="T3" fmla="*/ 2147483647 h 652"/>
                  <a:gd name="T4" fmla="*/ 2147483647 w 890"/>
                  <a:gd name="T5" fmla="*/ 2147483647 h 652"/>
                  <a:gd name="T6" fmla="*/ 2147483647 w 890"/>
                  <a:gd name="T7" fmla="*/ 2147483647 h 652"/>
                  <a:gd name="T8" fmla="*/ 2147483647 w 890"/>
                  <a:gd name="T9" fmla="*/ 2147483647 h 652"/>
                  <a:gd name="T10" fmla="*/ 2147483647 w 890"/>
                  <a:gd name="T11" fmla="*/ 2147483647 h 652"/>
                  <a:gd name="T12" fmla="*/ 2147483647 w 890"/>
                  <a:gd name="T13" fmla="*/ 2147483647 h 652"/>
                  <a:gd name="T14" fmla="*/ 2147483647 w 890"/>
                  <a:gd name="T15" fmla="*/ 2147483647 h 652"/>
                  <a:gd name="T16" fmla="*/ 2147483647 w 890"/>
                  <a:gd name="T17" fmla="*/ 2147483647 h 652"/>
                  <a:gd name="T18" fmla="*/ 2147483647 w 890"/>
                  <a:gd name="T19" fmla="*/ 2147483647 h 652"/>
                  <a:gd name="T20" fmla="*/ 2147483647 w 890"/>
                  <a:gd name="T21" fmla="*/ 2147483647 h 652"/>
                  <a:gd name="T22" fmla="*/ 2147483647 w 890"/>
                  <a:gd name="T23" fmla="*/ 2147483647 h 652"/>
                  <a:gd name="T24" fmla="*/ 2147483647 w 890"/>
                  <a:gd name="T25" fmla="*/ 2147483647 h 652"/>
                  <a:gd name="T26" fmla="*/ 2147483647 w 890"/>
                  <a:gd name="T27" fmla="*/ 2147483647 h 652"/>
                  <a:gd name="T28" fmla="*/ 2147483647 w 890"/>
                  <a:gd name="T29" fmla="*/ 2147483647 h 652"/>
                  <a:gd name="T30" fmla="*/ 2147483647 w 890"/>
                  <a:gd name="T31" fmla="*/ 2147483647 h 652"/>
                  <a:gd name="T32" fmla="*/ 2147483647 w 890"/>
                  <a:gd name="T33" fmla="*/ 2147483647 h 652"/>
                  <a:gd name="T34" fmla="*/ 2147483647 w 890"/>
                  <a:gd name="T35" fmla="*/ 2147483647 h 652"/>
                  <a:gd name="T36" fmla="*/ 2147483647 w 890"/>
                  <a:gd name="T37" fmla="*/ 2147483647 h 652"/>
                  <a:gd name="T38" fmla="*/ 2147483647 w 890"/>
                  <a:gd name="T39" fmla="*/ 2147483647 h 652"/>
                  <a:gd name="T40" fmla="*/ 0 w 890"/>
                  <a:gd name="T41" fmla="*/ 2147483647 h 652"/>
                  <a:gd name="T42" fmla="*/ 2147483647 w 890"/>
                  <a:gd name="T43" fmla="*/ 2147483647 h 652"/>
                  <a:gd name="T44" fmla="*/ 2147483647 w 890"/>
                  <a:gd name="T45" fmla="*/ 2147483647 h 652"/>
                  <a:gd name="T46" fmla="*/ 2147483647 w 890"/>
                  <a:gd name="T47" fmla="*/ 2147483647 h 652"/>
                  <a:gd name="T48" fmla="*/ 2147483647 w 890"/>
                  <a:gd name="T49" fmla="*/ 2147483647 h 652"/>
                  <a:gd name="T50" fmla="*/ 2147483647 w 890"/>
                  <a:gd name="T51" fmla="*/ 2147483647 h 652"/>
                  <a:gd name="T52" fmla="*/ 2147483647 w 890"/>
                  <a:gd name="T53" fmla="*/ 2147483647 h 652"/>
                  <a:gd name="T54" fmla="*/ 2147483647 w 890"/>
                  <a:gd name="T55" fmla="*/ 2147483647 h 652"/>
                  <a:gd name="T56" fmla="*/ 2147483647 w 890"/>
                  <a:gd name="T57" fmla="*/ 2147483647 h 652"/>
                  <a:gd name="T58" fmla="*/ 2147483647 w 890"/>
                  <a:gd name="T59" fmla="*/ 2147483647 h 652"/>
                  <a:gd name="T60" fmla="*/ 2147483647 w 890"/>
                  <a:gd name="T61" fmla="*/ 2147483647 h 652"/>
                  <a:gd name="T62" fmla="*/ 2147483647 w 890"/>
                  <a:gd name="T63" fmla="*/ 2147483647 h 652"/>
                  <a:gd name="T64" fmla="*/ 2147483647 w 890"/>
                  <a:gd name="T65" fmla="*/ 2147483647 h 652"/>
                  <a:gd name="T66" fmla="*/ 2147483647 w 890"/>
                  <a:gd name="T67" fmla="*/ 2147483647 h 652"/>
                  <a:gd name="T68" fmla="*/ 2147483647 w 890"/>
                  <a:gd name="T69" fmla="*/ 2147483647 h 652"/>
                  <a:gd name="T70" fmla="*/ 2147483647 w 890"/>
                  <a:gd name="T71" fmla="*/ 2147483647 h 652"/>
                  <a:gd name="T72" fmla="*/ 2147483647 w 890"/>
                  <a:gd name="T73" fmla="*/ 2147483647 h 652"/>
                  <a:gd name="T74" fmla="*/ 2147483647 w 890"/>
                  <a:gd name="T75" fmla="*/ 0 h 65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90"/>
                  <a:gd name="T115" fmla="*/ 0 h 652"/>
                  <a:gd name="T116" fmla="*/ 890 w 890"/>
                  <a:gd name="T117" fmla="*/ 652 h 65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90" h="652">
                    <a:moveTo>
                      <a:pt x="225" y="0"/>
                    </a:moveTo>
                    <a:lnTo>
                      <a:pt x="407" y="50"/>
                    </a:lnTo>
                    <a:lnTo>
                      <a:pt x="547" y="82"/>
                    </a:lnTo>
                    <a:lnTo>
                      <a:pt x="615" y="97"/>
                    </a:lnTo>
                    <a:lnTo>
                      <a:pt x="685" y="107"/>
                    </a:lnTo>
                    <a:lnTo>
                      <a:pt x="777" y="125"/>
                    </a:lnTo>
                    <a:lnTo>
                      <a:pt x="890" y="145"/>
                    </a:lnTo>
                    <a:lnTo>
                      <a:pt x="817" y="652"/>
                    </a:lnTo>
                    <a:lnTo>
                      <a:pt x="472" y="580"/>
                    </a:lnTo>
                    <a:lnTo>
                      <a:pt x="425" y="612"/>
                    </a:lnTo>
                    <a:lnTo>
                      <a:pt x="362" y="562"/>
                    </a:lnTo>
                    <a:lnTo>
                      <a:pt x="307" y="612"/>
                    </a:lnTo>
                    <a:lnTo>
                      <a:pt x="257" y="570"/>
                    </a:lnTo>
                    <a:lnTo>
                      <a:pt x="115" y="562"/>
                    </a:lnTo>
                    <a:lnTo>
                      <a:pt x="135" y="480"/>
                    </a:lnTo>
                    <a:lnTo>
                      <a:pt x="32" y="472"/>
                    </a:lnTo>
                    <a:lnTo>
                      <a:pt x="22" y="425"/>
                    </a:lnTo>
                    <a:lnTo>
                      <a:pt x="42" y="375"/>
                    </a:lnTo>
                    <a:lnTo>
                      <a:pt x="17" y="330"/>
                    </a:lnTo>
                    <a:lnTo>
                      <a:pt x="20" y="202"/>
                    </a:lnTo>
                    <a:lnTo>
                      <a:pt x="0" y="105"/>
                    </a:lnTo>
                    <a:lnTo>
                      <a:pt x="12" y="67"/>
                    </a:lnTo>
                    <a:lnTo>
                      <a:pt x="57" y="82"/>
                    </a:lnTo>
                    <a:lnTo>
                      <a:pt x="105" y="140"/>
                    </a:lnTo>
                    <a:lnTo>
                      <a:pt x="192" y="152"/>
                    </a:lnTo>
                    <a:lnTo>
                      <a:pt x="215" y="200"/>
                    </a:lnTo>
                    <a:lnTo>
                      <a:pt x="172" y="200"/>
                    </a:lnTo>
                    <a:lnTo>
                      <a:pt x="167" y="240"/>
                    </a:lnTo>
                    <a:lnTo>
                      <a:pt x="192" y="245"/>
                    </a:lnTo>
                    <a:lnTo>
                      <a:pt x="202" y="285"/>
                    </a:lnTo>
                    <a:lnTo>
                      <a:pt x="150" y="315"/>
                    </a:lnTo>
                    <a:lnTo>
                      <a:pt x="150" y="342"/>
                    </a:lnTo>
                    <a:lnTo>
                      <a:pt x="210" y="342"/>
                    </a:lnTo>
                    <a:lnTo>
                      <a:pt x="225" y="272"/>
                    </a:lnTo>
                    <a:lnTo>
                      <a:pt x="270" y="230"/>
                    </a:lnTo>
                    <a:lnTo>
                      <a:pt x="215" y="120"/>
                    </a:lnTo>
                    <a:lnTo>
                      <a:pt x="250" y="85"/>
                    </a:lnTo>
                    <a:lnTo>
                      <a:pt x="225" y="0"/>
                    </a:lnTo>
                    <a:close/>
                  </a:path>
                </a:pathLst>
              </a:custGeom>
              <a:solidFill>
                <a:srgbClr val="C5E2FF"/>
              </a:solidFill>
              <a:ln w="12700">
                <a:solidFill>
                  <a:srgbClr val="000000"/>
                </a:solidFill>
                <a:round/>
                <a:headEnd/>
                <a:tailEnd/>
              </a:ln>
            </p:spPr>
            <p:txBody>
              <a:bodyPr/>
              <a:lstStyle/>
              <a:p>
                <a:endParaRPr lang="en-US" dirty="0"/>
              </a:p>
            </p:txBody>
          </p:sp>
          <p:sp>
            <p:nvSpPr>
              <p:cNvPr id="147" name="Freeform 6"/>
              <p:cNvSpPr>
                <a:spLocks noChangeAspect="1"/>
              </p:cNvSpPr>
              <p:nvPr/>
            </p:nvSpPr>
            <p:spPr bwMode="auto">
              <a:xfrm rot="21486075">
                <a:off x="1579563" y="3028950"/>
                <a:ext cx="846137" cy="546100"/>
              </a:xfrm>
              <a:custGeom>
                <a:avLst/>
                <a:gdLst>
                  <a:gd name="T0" fmla="*/ 2147483647 w 1110"/>
                  <a:gd name="T1" fmla="*/ 0 h 848"/>
                  <a:gd name="T2" fmla="*/ 2147483647 w 1110"/>
                  <a:gd name="T3" fmla="*/ 2147483647 h 848"/>
                  <a:gd name="T4" fmla="*/ 2147483647 w 1110"/>
                  <a:gd name="T5" fmla="*/ 2147483647 h 848"/>
                  <a:gd name="T6" fmla="*/ 2147483647 w 1110"/>
                  <a:gd name="T7" fmla="*/ 2147483647 h 848"/>
                  <a:gd name="T8" fmla="*/ 2147483647 w 1110"/>
                  <a:gd name="T9" fmla="*/ 2147483647 h 848"/>
                  <a:gd name="T10" fmla="*/ 2147483647 w 1110"/>
                  <a:gd name="T11" fmla="*/ 2147483647 h 848"/>
                  <a:gd name="T12" fmla="*/ 2147483647 w 1110"/>
                  <a:gd name="T13" fmla="*/ 2147483647 h 848"/>
                  <a:gd name="T14" fmla="*/ 2147483647 w 1110"/>
                  <a:gd name="T15" fmla="*/ 2147483647 h 848"/>
                  <a:gd name="T16" fmla="*/ 2147483647 w 1110"/>
                  <a:gd name="T17" fmla="*/ 2147483647 h 848"/>
                  <a:gd name="T18" fmla="*/ 0 w 1110"/>
                  <a:gd name="T19" fmla="*/ 2147483647 h 848"/>
                  <a:gd name="T20" fmla="*/ 0 w 1110"/>
                  <a:gd name="T21" fmla="*/ 2147483647 h 848"/>
                  <a:gd name="T22" fmla="*/ 2147483647 w 1110"/>
                  <a:gd name="T23" fmla="*/ 2147483647 h 848"/>
                  <a:gd name="T24" fmla="*/ 2147483647 w 1110"/>
                  <a:gd name="T25" fmla="*/ 2147483647 h 848"/>
                  <a:gd name="T26" fmla="*/ 2147483647 w 1110"/>
                  <a:gd name="T27" fmla="*/ 2147483647 h 848"/>
                  <a:gd name="T28" fmla="*/ 2147483647 w 1110"/>
                  <a:gd name="T29" fmla="*/ 2147483647 h 848"/>
                  <a:gd name="T30" fmla="*/ 2147483647 w 1110"/>
                  <a:gd name="T31" fmla="*/ 2147483647 h 848"/>
                  <a:gd name="T32" fmla="*/ 2147483647 w 1110"/>
                  <a:gd name="T33" fmla="*/ 2147483647 h 848"/>
                  <a:gd name="T34" fmla="*/ 2147483647 w 1110"/>
                  <a:gd name="T35" fmla="*/ 2147483647 h 848"/>
                  <a:gd name="T36" fmla="*/ 2147483647 w 1110"/>
                  <a:gd name="T37" fmla="*/ 2147483647 h 848"/>
                  <a:gd name="T38" fmla="*/ 2147483647 w 1110"/>
                  <a:gd name="T39" fmla="*/ 2147483647 h 848"/>
                  <a:gd name="T40" fmla="*/ 2147483647 w 1110"/>
                  <a:gd name="T41" fmla="*/ 2147483647 h 848"/>
                  <a:gd name="T42" fmla="*/ 2147483647 w 1110"/>
                  <a:gd name="T43" fmla="*/ 2147483647 h 848"/>
                  <a:gd name="T44" fmla="*/ 2147483647 w 1110"/>
                  <a:gd name="T45" fmla="*/ 2147483647 h 848"/>
                  <a:gd name="T46" fmla="*/ 2147483647 w 1110"/>
                  <a:gd name="T47" fmla="*/ 2147483647 h 848"/>
                  <a:gd name="T48" fmla="*/ 2147483647 w 1110"/>
                  <a:gd name="T49" fmla="*/ 2147483647 h 848"/>
                  <a:gd name="T50" fmla="*/ 2147483647 w 1110"/>
                  <a:gd name="T51" fmla="*/ 2147483647 h 848"/>
                  <a:gd name="T52" fmla="*/ 2147483647 w 1110"/>
                  <a:gd name="T53" fmla="*/ 0 h 84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110"/>
                  <a:gd name="T82" fmla="*/ 0 h 848"/>
                  <a:gd name="T83" fmla="*/ 1110 w 1110"/>
                  <a:gd name="T84" fmla="*/ 848 h 84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110" h="848">
                    <a:moveTo>
                      <a:pt x="242" y="0"/>
                    </a:moveTo>
                    <a:lnTo>
                      <a:pt x="210" y="18"/>
                    </a:lnTo>
                    <a:lnTo>
                      <a:pt x="190" y="93"/>
                    </a:lnTo>
                    <a:lnTo>
                      <a:pt x="170" y="155"/>
                    </a:lnTo>
                    <a:lnTo>
                      <a:pt x="155" y="205"/>
                    </a:lnTo>
                    <a:lnTo>
                      <a:pt x="135" y="260"/>
                    </a:lnTo>
                    <a:lnTo>
                      <a:pt x="112" y="315"/>
                    </a:lnTo>
                    <a:lnTo>
                      <a:pt x="82" y="375"/>
                    </a:lnTo>
                    <a:lnTo>
                      <a:pt x="42" y="445"/>
                    </a:lnTo>
                    <a:lnTo>
                      <a:pt x="0" y="513"/>
                    </a:lnTo>
                    <a:lnTo>
                      <a:pt x="0" y="660"/>
                    </a:lnTo>
                    <a:lnTo>
                      <a:pt x="622" y="788"/>
                    </a:lnTo>
                    <a:lnTo>
                      <a:pt x="910" y="848"/>
                    </a:lnTo>
                    <a:lnTo>
                      <a:pt x="970" y="553"/>
                    </a:lnTo>
                    <a:lnTo>
                      <a:pt x="1007" y="528"/>
                    </a:lnTo>
                    <a:lnTo>
                      <a:pt x="972" y="463"/>
                    </a:lnTo>
                    <a:lnTo>
                      <a:pt x="990" y="395"/>
                    </a:lnTo>
                    <a:lnTo>
                      <a:pt x="1110" y="283"/>
                    </a:lnTo>
                    <a:lnTo>
                      <a:pt x="1027" y="180"/>
                    </a:lnTo>
                    <a:lnTo>
                      <a:pt x="682" y="108"/>
                    </a:lnTo>
                    <a:lnTo>
                      <a:pt x="635" y="138"/>
                    </a:lnTo>
                    <a:lnTo>
                      <a:pt x="572" y="88"/>
                    </a:lnTo>
                    <a:lnTo>
                      <a:pt x="517" y="140"/>
                    </a:lnTo>
                    <a:lnTo>
                      <a:pt x="465" y="88"/>
                    </a:lnTo>
                    <a:lnTo>
                      <a:pt x="327" y="90"/>
                    </a:lnTo>
                    <a:lnTo>
                      <a:pt x="345" y="8"/>
                    </a:lnTo>
                    <a:lnTo>
                      <a:pt x="242" y="0"/>
                    </a:lnTo>
                    <a:close/>
                  </a:path>
                </a:pathLst>
              </a:custGeom>
              <a:solidFill>
                <a:srgbClr val="C5E2FF"/>
              </a:solidFill>
              <a:ln w="12700">
                <a:solidFill>
                  <a:srgbClr val="000000"/>
                </a:solidFill>
                <a:round/>
                <a:headEnd/>
                <a:tailEnd/>
              </a:ln>
            </p:spPr>
            <p:txBody>
              <a:bodyPr/>
              <a:lstStyle/>
              <a:p>
                <a:endParaRPr lang="en-US" dirty="0"/>
              </a:p>
            </p:txBody>
          </p:sp>
          <p:sp>
            <p:nvSpPr>
              <p:cNvPr id="148" name="Freeform 7"/>
              <p:cNvSpPr>
                <a:spLocks noChangeAspect="1"/>
              </p:cNvSpPr>
              <p:nvPr/>
            </p:nvSpPr>
            <p:spPr bwMode="auto">
              <a:xfrm rot="21486075">
                <a:off x="1533525" y="3451225"/>
                <a:ext cx="892175" cy="1163638"/>
              </a:xfrm>
              <a:custGeom>
                <a:avLst/>
                <a:gdLst>
                  <a:gd name="T0" fmla="*/ 2147483647 w 1170"/>
                  <a:gd name="T1" fmla="*/ 0 h 1808"/>
                  <a:gd name="T2" fmla="*/ 2147483647 w 1170"/>
                  <a:gd name="T3" fmla="*/ 2147483647 h 1808"/>
                  <a:gd name="T4" fmla="*/ 2147483647 w 1170"/>
                  <a:gd name="T5" fmla="*/ 2147483647 h 1808"/>
                  <a:gd name="T6" fmla="*/ 2147483647 w 1170"/>
                  <a:gd name="T7" fmla="*/ 2147483647 h 1808"/>
                  <a:gd name="T8" fmla="*/ 2147483647 w 1170"/>
                  <a:gd name="T9" fmla="*/ 2147483647 h 1808"/>
                  <a:gd name="T10" fmla="*/ 2147483647 w 1170"/>
                  <a:gd name="T11" fmla="*/ 2147483647 h 1808"/>
                  <a:gd name="T12" fmla="*/ 2147483647 w 1170"/>
                  <a:gd name="T13" fmla="*/ 2147483647 h 1808"/>
                  <a:gd name="T14" fmla="*/ 2147483647 w 1170"/>
                  <a:gd name="T15" fmla="*/ 2147483647 h 1808"/>
                  <a:gd name="T16" fmla="*/ 2147483647 w 1170"/>
                  <a:gd name="T17" fmla="*/ 2147483647 h 1808"/>
                  <a:gd name="T18" fmla="*/ 2147483647 w 1170"/>
                  <a:gd name="T19" fmla="*/ 2147483647 h 1808"/>
                  <a:gd name="T20" fmla="*/ 2147483647 w 1170"/>
                  <a:gd name="T21" fmla="*/ 2147483647 h 1808"/>
                  <a:gd name="T22" fmla="*/ 2147483647 w 1170"/>
                  <a:gd name="T23" fmla="*/ 2147483647 h 1808"/>
                  <a:gd name="T24" fmla="*/ 2147483647 w 1170"/>
                  <a:gd name="T25" fmla="*/ 2147483647 h 1808"/>
                  <a:gd name="T26" fmla="*/ 2147483647 w 1170"/>
                  <a:gd name="T27" fmla="*/ 2147483647 h 1808"/>
                  <a:gd name="T28" fmla="*/ 2147483647 w 1170"/>
                  <a:gd name="T29" fmla="*/ 2147483647 h 1808"/>
                  <a:gd name="T30" fmla="*/ 2147483647 w 1170"/>
                  <a:gd name="T31" fmla="*/ 2147483647 h 1808"/>
                  <a:gd name="T32" fmla="*/ 2147483647 w 1170"/>
                  <a:gd name="T33" fmla="*/ 2147483647 h 1808"/>
                  <a:gd name="T34" fmla="*/ 2147483647 w 1170"/>
                  <a:gd name="T35" fmla="*/ 2147483647 h 1808"/>
                  <a:gd name="T36" fmla="*/ 2147483647 w 1170"/>
                  <a:gd name="T37" fmla="*/ 2147483647 h 1808"/>
                  <a:gd name="T38" fmla="*/ 2147483647 w 1170"/>
                  <a:gd name="T39" fmla="*/ 2147483647 h 1808"/>
                  <a:gd name="T40" fmla="*/ 2147483647 w 1170"/>
                  <a:gd name="T41" fmla="*/ 2147483647 h 1808"/>
                  <a:gd name="T42" fmla="*/ 2147483647 w 1170"/>
                  <a:gd name="T43" fmla="*/ 2147483647 h 1808"/>
                  <a:gd name="T44" fmla="*/ 2147483647 w 1170"/>
                  <a:gd name="T45" fmla="*/ 2147483647 h 1808"/>
                  <a:gd name="T46" fmla="*/ 2147483647 w 1170"/>
                  <a:gd name="T47" fmla="*/ 2147483647 h 1808"/>
                  <a:gd name="T48" fmla="*/ 2147483647 w 1170"/>
                  <a:gd name="T49" fmla="*/ 2147483647 h 1808"/>
                  <a:gd name="T50" fmla="*/ 2147483647 w 1170"/>
                  <a:gd name="T51" fmla="*/ 2147483647 h 1808"/>
                  <a:gd name="T52" fmla="*/ 2147483647 w 1170"/>
                  <a:gd name="T53" fmla="*/ 2147483647 h 1808"/>
                  <a:gd name="T54" fmla="*/ 2147483647 w 1170"/>
                  <a:gd name="T55" fmla="*/ 2147483647 h 1808"/>
                  <a:gd name="T56" fmla="*/ 2147483647 w 1170"/>
                  <a:gd name="T57" fmla="*/ 2147483647 h 1808"/>
                  <a:gd name="T58" fmla="*/ 2147483647 w 1170"/>
                  <a:gd name="T59" fmla="*/ 2147483647 h 1808"/>
                  <a:gd name="T60" fmla="*/ 2147483647 w 1170"/>
                  <a:gd name="T61" fmla="*/ 2147483647 h 1808"/>
                  <a:gd name="T62" fmla="*/ 2147483647 w 1170"/>
                  <a:gd name="T63" fmla="*/ 2147483647 h 1808"/>
                  <a:gd name="T64" fmla="*/ 2147483647 w 1170"/>
                  <a:gd name="T65" fmla="*/ 2147483647 h 1808"/>
                  <a:gd name="T66" fmla="*/ 2147483647 w 1170"/>
                  <a:gd name="T67" fmla="*/ 2147483647 h 1808"/>
                  <a:gd name="T68" fmla="*/ 2147483647 w 1170"/>
                  <a:gd name="T69" fmla="*/ 2147483647 h 1808"/>
                  <a:gd name="T70" fmla="*/ 2147483647 w 1170"/>
                  <a:gd name="T71" fmla="*/ 2147483647 h 1808"/>
                  <a:gd name="T72" fmla="*/ 2147483647 w 1170"/>
                  <a:gd name="T73" fmla="*/ 2147483647 h 1808"/>
                  <a:gd name="T74" fmla="*/ 2147483647 w 1170"/>
                  <a:gd name="T75" fmla="*/ 2147483647 h 1808"/>
                  <a:gd name="T76" fmla="*/ 2147483647 w 1170"/>
                  <a:gd name="T77" fmla="*/ 2147483647 h 1808"/>
                  <a:gd name="T78" fmla="*/ 2147483647 w 1170"/>
                  <a:gd name="T79" fmla="*/ 2147483647 h 1808"/>
                  <a:gd name="T80" fmla="*/ 2147483647 w 1170"/>
                  <a:gd name="T81" fmla="*/ 2147483647 h 1808"/>
                  <a:gd name="T82" fmla="*/ 2147483647 w 1170"/>
                  <a:gd name="T83" fmla="*/ 2147483647 h 1808"/>
                  <a:gd name="T84" fmla="*/ 2147483647 w 1170"/>
                  <a:gd name="T85" fmla="*/ 2147483647 h 1808"/>
                  <a:gd name="T86" fmla="*/ 0 w 1170"/>
                  <a:gd name="T87" fmla="*/ 2147483647 h 1808"/>
                  <a:gd name="T88" fmla="*/ 2147483647 w 1170"/>
                  <a:gd name="T89" fmla="*/ 2147483647 h 1808"/>
                  <a:gd name="T90" fmla="*/ 2147483647 w 1170"/>
                  <a:gd name="T91" fmla="*/ 2147483647 h 1808"/>
                  <a:gd name="T92" fmla="*/ 2147483647 w 1170"/>
                  <a:gd name="T93" fmla="*/ 2147483647 h 1808"/>
                  <a:gd name="T94" fmla="*/ 2147483647 w 1170"/>
                  <a:gd name="T95" fmla="*/ 0 h 18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170"/>
                  <a:gd name="T145" fmla="*/ 0 h 1808"/>
                  <a:gd name="T146" fmla="*/ 1170 w 1170"/>
                  <a:gd name="T147" fmla="*/ 1808 h 180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170" h="1808">
                    <a:moveTo>
                      <a:pt x="90" y="0"/>
                    </a:moveTo>
                    <a:lnTo>
                      <a:pt x="627" y="108"/>
                    </a:lnTo>
                    <a:lnTo>
                      <a:pt x="510" y="640"/>
                    </a:lnTo>
                    <a:lnTo>
                      <a:pt x="1115" y="1450"/>
                    </a:lnTo>
                    <a:lnTo>
                      <a:pt x="1170" y="1553"/>
                    </a:lnTo>
                    <a:lnTo>
                      <a:pt x="1112" y="1603"/>
                    </a:lnTo>
                    <a:lnTo>
                      <a:pt x="1075" y="1693"/>
                    </a:lnTo>
                    <a:lnTo>
                      <a:pt x="1040" y="1745"/>
                    </a:lnTo>
                    <a:lnTo>
                      <a:pt x="1077" y="1793"/>
                    </a:lnTo>
                    <a:lnTo>
                      <a:pt x="1015" y="1808"/>
                    </a:lnTo>
                    <a:lnTo>
                      <a:pt x="660" y="1795"/>
                    </a:lnTo>
                    <a:lnTo>
                      <a:pt x="637" y="1690"/>
                    </a:lnTo>
                    <a:lnTo>
                      <a:pt x="575" y="1613"/>
                    </a:lnTo>
                    <a:lnTo>
                      <a:pt x="530" y="1585"/>
                    </a:lnTo>
                    <a:lnTo>
                      <a:pt x="517" y="1530"/>
                    </a:lnTo>
                    <a:lnTo>
                      <a:pt x="480" y="1500"/>
                    </a:lnTo>
                    <a:lnTo>
                      <a:pt x="442" y="1463"/>
                    </a:lnTo>
                    <a:lnTo>
                      <a:pt x="430" y="1420"/>
                    </a:lnTo>
                    <a:lnTo>
                      <a:pt x="395" y="1393"/>
                    </a:lnTo>
                    <a:lnTo>
                      <a:pt x="340" y="1408"/>
                    </a:lnTo>
                    <a:lnTo>
                      <a:pt x="277" y="1385"/>
                    </a:lnTo>
                    <a:lnTo>
                      <a:pt x="277" y="1363"/>
                    </a:lnTo>
                    <a:lnTo>
                      <a:pt x="275" y="1313"/>
                    </a:lnTo>
                    <a:lnTo>
                      <a:pt x="250" y="1258"/>
                    </a:lnTo>
                    <a:lnTo>
                      <a:pt x="247" y="1213"/>
                    </a:lnTo>
                    <a:lnTo>
                      <a:pt x="220" y="1173"/>
                    </a:lnTo>
                    <a:lnTo>
                      <a:pt x="227" y="1135"/>
                    </a:lnTo>
                    <a:lnTo>
                      <a:pt x="150" y="1043"/>
                    </a:lnTo>
                    <a:lnTo>
                      <a:pt x="150" y="990"/>
                    </a:lnTo>
                    <a:lnTo>
                      <a:pt x="190" y="970"/>
                    </a:lnTo>
                    <a:lnTo>
                      <a:pt x="190" y="938"/>
                    </a:lnTo>
                    <a:lnTo>
                      <a:pt x="150" y="928"/>
                    </a:lnTo>
                    <a:lnTo>
                      <a:pt x="132" y="878"/>
                    </a:lnTo>
                    <a:lnTo>
                      <a:pt x="112" y="790"/>
                    </a:lnTo>
                    <a:lnTo>
                      <a:pt x="170" y="838"/>
                    </a:lnTo>
                    <a:lnTo>
                      <a:pt x="147" y="775"/>
                    </a:lnTo>
                    <a:lnTo>
                      <a:pt x="190" y="775"/>
                    </a:lnTo>
                    <a:lnTo>
                      <a:pt x="190" y="730"/>
                    </a:lnTo>
                    <a:lnTo>
                      <a:pt x="147" y="700"/>
                    </a:lnTo>
                    <a:lnTo>
                      <a:pt x="127" y="743"/>
                    </a:lnTo>
                    <a:lnTo>
                      <a:pt x="90" y="728"/>
                    </a:lnTo>
                    <a:lnTo>
                      <a:pt x="15" y="525"/>
                    </a:lnTo>
                    <a:lnTo>
                      <a:pt x="35" y="380"/>
                    </a:lnTo>
                    <a:lnTo>
                      <a:pt x="0" y="298"/>
                    </a:lnTo>
                    <a:lnTo>
                      <a:pt x="17" y="235"/>
                    </a:lnTo>
                    <a:lnTo>
                      <a:pt x="55" y="223"/>
                    </a:lnTo>
                    <a:lnTo>
                      <a:pt x="90" y="123"/>
                    </a:lnTo>
                    <a:lnTo>
                      <a:pt x="90" y="0"/>
                    </a:lnTo>
                    <a:close/>
                  </a:path>
                </a:pathLst>
              </a:custGeom>
              <a:solidFill>
                <a:srgbClr val="3366FF"/>
              </a:solidFill>
              <a:ln w="12700">
                <a:solidFill>
                  <a:srgbClr val="000000"/>
                </a:solidFill>
                <a:round/>
                <a:headEnd/>
                <a:tailEnd/>
              </a:ln>
            </p:spPr>
            <p:txBody>
              <a:bodyPr/>
              <a:lstStyle/>
              <a:p>
                <a:endParaRPr lang="en-US" dirty="0"/>
              </a:p>
            </p:txBody>
          </p:sp>
          <p:sp>
            <p:nvSpPr>
              <p:cNvPr id="149" name="Freeform 8"/>
              <p:cNvSpPr>
                <a:spLocks noChangeAspect="1"/>
              </p:cNvSpPr>
              <p:nvPr/>
            </p:nvSpPr>
            <p:spPr bwMode="auto">
              <a:xfrm rot="21486075">
                <a:off x="1920875" y="3516313"/>
                <a:ext cx="674688" cy="858837"/>
              </a:xfrm>
              <a:custGeom>
                <a:avLst/>
                <a:gdLst>
                  <a:gd name="T0" fmla="*/ 2147483647 w 885"/>
                  <a:gd name="T1" fmla="*/ 0 h 1337"/>
                  <a:gd name="T2" fmla="*/ 0 w 885"/>
                  <a:gd name="T3" fmla="*/ 2147483647 h 1337"/>
                  <a:gd name="T4" fmla="*/ 2147483647 w 885"/>
                  <a:gd name="T5" fmla="*/ 2147483647 h 1337"/>
                  <a:gd name="T6" fmla="*/ 2147483647 w 885"/>
                  <a:gd name="T7" fmla="*/ 2147483647 h 1337"/>
                  <a:gd name="T8" fmla="*/ 2147483647 w 885"/>
                  <a:gd name="T9" fmla="*/ 2147483647 h 1337"/>
                  <a:gd name="T10" fmla="*/ 2147483647 w 885"/>
                  <a:gd name="T11" fmla="*/ 2147483647 h 1337"/>
                  <a:gd name="T12" fmla="*/ 2147483647 w 885"/>
                  <a:gd name="T13" fmla="*/ 2147483647 h 1337"/>
                  <a:gd name="T14" fmla="*/ 2147483647 w 885"/>
                  <a:gd name="T15" fmla="*/ 2147483647 h 1337"/>
                  <a:gd name="T16" fmla="*/ 2147483647 w 885"/>
                  <a:gd name="T17" fmla="*/ 2147483647 h 1337"/>
                  <a:gd name="T18" fmla="*/ 2147483647 w 885"/>
                  <a:gd name="T19" fmla="*/ 2147483647 h 1337"/>
                  <a:gd name="T20" fmla="*/ 2147483647 w 885"/>
                  <a:gd name="T21" fmla="*/ 2147483647 h 1337"/>
                  <a:gd name="T22" fmla="*/ 2147483647 w 885"/>
                  <a:gd name="T23" fmla="*/ 0 h 13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85"/>
                  <a:gd name="T37" fmla="*/ 0 h 1337"/>
                  <a:gd name="T38" fmla="*/ 885 w 885"/>
                  <a:gd name="T39" fmla="*/ 1337 h 13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85" h="1337">
                    <a:moveTo>
                      <a:pt x="112" y="0"/>
                    </a:moveTo>
                    <a:lnTo>
                      <a:pt x="0" y="530"/>
                    </a:lnTo>
                    <a:lnTo>
                      <a:pt x="602" y="1337"/>
                    </a:lnTo>
                    <a:lnTo>
                      <a:pt x="640" y="1302"/>
                    </a:lnTo>
                    <a:lnTo>
                      <a:pt x="637" y="1142"/>
                    </a:lnTo>
                    <a:lnTo>
                      <a:pt x="712" y="1155"/>
                    </a:lnTo>
                    <a:lnTo>
                      <a:pt x="790" y="665"/>
                    </a:lnTo>
                    <a:lnTo>
                      <a:pt x="842" y="332"/>
                    </a:lnTo>
                    <a:lnTo>
                      <a:pt x="857" y="232"/>
                    </a:lnTo>
                    <a:lnTo>
                      <a:pt x="885" y="142"/>
                    </a:lnTo>
                    <a:lnTo>
                      <a:pt x="487" y="80"/>
                    </a:lnTo>
                    <a:lnTo>
                      <a:pt x="112" y="0"/>
                    </a:lnTo>
                    <a:close/>
                  </a:path>
                </a:pathLst>
              </a:custGeom>
              <a:solidFill>
                <a:srgbClr val="C5E2FF"/>
              </a:solidFill>
              <a:ln w="12700">
                <a:solidFill>
                  <a:srgbClr val="000000"/>
                </a:solidFill>
                <a:round/>
                <a:headEnd/>
                <a:tailEnd/>
              </a:ln>
            </p:spPr>
            <p:txBody>
              <a:bodyPr/>
              <a:lstStyle/>
              <a:p>
                <a:endParaRPr lang="en-US" dirty="0"/>
              </a:p>
            </p:txBody>
          </p:sp>
          <p:sp>
            <p:nvSpPr>
              <p:cNvPr id="150" name="Freeform 9"/>
              <p:cNvSpPr>
                <a:spLocks noChangeAspect="1"/>
              </p:cNvSpPr>
              <p:nvPr/>
            </p:nvSpPr>
            <p:spPr bwMode="auto">
              <a:xfrm rot="21486075">
                <a:off x="2266950" y="2798763"/>
                <a:ext cx="608013" cy="831850"/>
              </a:xfrm>
              <a:custGeom>
                <a:avLst/>
                <a:gdLst>
                  <a:gd name="T0" fmla="*/ 2147483647 w 798"/>
                  <a:gd name="T1" fmla="*/ 0 h 1293"/>
                  <a:gd name="T2" fmla="*/ 2147483647 w 798"/>
                  <a:gd name="T3" fmla="*/ 2147483647 h 1293"/>
                  <a:gd name="T4" fmla="*/ 2147483647 w 798"/>
                  <a:gd name="T5" fmla="*/ 2147483647 h 1293"/>
                  <a:gd name="T6" fmla="*/ 2147483647 w 798"/>
                  <a:gd name="T7" fmla="*/ 2147483647 h 1293"/>
                  <a:gd name="T8" fmla="*/ 2147483647 w 798"/>
                  <a:gd name="T9" fmla="*/ 2147483647 h 1293"/>
                  <a:gd name="T10" fmla="*/ 2147483647 w 798"/>
                  <a:gd name="T11" fmla="*/ 2147483647 h 1293"/>
                  <a:gd name="T12" fmla="*/ 2147483647 w 798"/>
                  <a:gd name="T13" fmla="*/ 2147483647 h 1293"/>
                  <a:gd name="T14" fmla="*/ 0 w 798"/>
                  <a:gd name="T15" fmla="*/ 2147483647 h 1293"/>
                  <a:gd name="T16" fmla="*/ 2147483647 w 798"/>
                  <a:gd name="T17" fmla="*/ 2147483647 h 1293"/>
                  <a:gd name="T18" fmla="*/ 2147483647 w 798"/>
                  <a:gd name="T19" fmla="*/ 2147483647 h 1293"/>
                  <a:gd name="T20" fmla="*/ 2147483647 w 798"/>
                  <a:gd name="T21" fmla="*/ 2147483647 h 1293"/>
                  <a:gd name="T22" fmla="*/ 2147483647 w 798"/>
                  <a:gd name="T23" fmla="*/ 2147483647 h 1293"/>
                  <a:gd name="T24" fmla="*/ 2147483647 w 798"/>
                  <a:gd name="T25" fmla="*/ 2147483647 h 1293"/>
                  <a:gd name="T26" fmla="*/ 2147483647 w 798"/>
                  <a:gd name="T27" fmla="*/ 2147483647 h 1293"/>
                  <a:gd name="T28" fmla="*/ 2147483647 w 798"/>
                  <a:gd name="T29" fmla="*/ 2147483647 h 1293"/>
                  <a:gd name="T30" fmla="*/ 2147483647 w 798"/>
                  <a:gd name="T31" fmla="*/ 2147483647 h 1293"/>
                  <a:gd name="T32" fmla="*/ 2147483647 w 798"/>
                  <a:gd name="T33" fmla="*/ 2147483647 h 1293"/>
                  <a:gd name="T34" fmla="*/ 2147483647 w 798"/>
                  <a:gd name="T35" fmla="*/ 2147483647 h 1293"/>
                  <a:gd name="T36" fmla="*/ 2147483647 w 798"/>
                  <a:gd name="T37" fmla="*/ 2147483647 h 1293"/>
                  <a:gd name="T38" fmla="*/ 2147483647 w 798"/>
                  <a:gd name="T39" fmla="*/ 2147483647 h 1293"/>
                  <a:gd name="T40" fmla="*/ 2147483647 w 798"/>
                  <a:gd name="T41" fmla="*/ 2147483647 h 1293"/>
                  <a:gd name="T42" fmla="*/ 2147483647 w 798"/>
                  <a:gd name="T43" fmla="*/ 0 h 129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98"/>
                  <a:gd name="T67" fmla="*/ 0 h 1293"/>
                  <a:gd name="T68" fmla="*/ 798 w 798"/>
                  <a:gd name="T69" fmla="*/ 1293 h 129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98" h="1293">
                    <a:moveTo>
                      <a:pt x="193" y="0"/>
                    </a:moveTo>
                    <a:lnTo>
                      <a:pt x="120" y="505"/>
                    </a:lnTo>
                    <a:lnTo>
                      <a:pt x="195" y="613"/>
                    </a:lnTo>
                    <a:lnTo>
                      <a:pt x="78" y="725"/>
                    </a:lnTo>
                    <a:lnTo>
                      <a:pt x="63" y="803"/>
                    </a:lnTo>
                    <a:lnTo>
                      <a:pt x="95" y="858"/>
                    </a:lnTo>
                    <a:lnTo>
                      <a:pt x="63" y="885"/>
                    </a:lnTo>
                    <a:lnTo>
                      <a:pt x="0" y="1178"/>
                    </a:lnTo>
                    <a:lnTo>
                      <a:pt x="380" y="1245"/>
                    </a:lnTo>
                    <a:lnTo>
                      <a:pt x="740" y="1293"/>
                    </a:lnTo>
                    <a:lnTo>
                      <a:pt x="778" y="1025"/>
                    </a:lnTo>
                    <a:lnTo>
                      <a:pt x="798" y="878"/>
                    </a:lnTo>
                    <a:lnTo>
                      <a:pt x="763" y="825"/>
                    </a:lnTo>
                    <a:lnTo>
                      <a:pt x="680" y="840"/>
                    </a:lnTo>
                    <a:lnTo>
                      <a:pt x="573" y="853"/>
                    </a:lnTo>
                    <a:lnTo>
                      <a:pt x="553" y="733"/>
                    </a:lnTo>
                    <a:lnTo>
                      <a:pt x="423" y="635"/>
                    </a:lnTo>
                    <a:lnTo>
                      <a:pt x="440" y="573"/>
                    </a:lnTo>
                    <a:lnTo>
                      <a:pt x="453" y="463"/>
                    </a:lnTo>
                    <a:lnTo>
                      <a:pt x="285" y="225"/>
                    </a:lnTo>
                    <a:lnTo>
                      <a:pt x="308" y="15"/>
                    </a:lnTo>
                    <a:lnTo>
                      <a:pt x="193" y="0"/>
                    </a:lnTo>
                    <a:close/>
                  </a:path>
                </a:pathLst>
              </a:custGeom>
              <a:solidFill>
                <a:srgbClr val="C5E2FF"/>
              </a:solidFill>
              <a:ln w="12700">
                <a:solidFill>
                  <a:srgbClr val="000000"/>
                </a:solidFill>
                <a:round/>
                <a:headEnd/>
                <a:tailEnd/>
              </a:ln>
            </p:spPr>
            <p:txBody>
              <a:bodyPr/>
              <a:lstStyle/>
              <a:p>
                <a:endParaRPr lang="en-US" dirty="0"/>
              </a:p>
            </p:txBody>
          </p:sp>
          <p:sp>
            <p:nvSpPr>
              <p:cNvPr id="151" name="Freeform 10"/>
              <p:cNvSpPr>
                <a:spLocks noChangeAspect="1"/>
              </p:cNvSpPr>
              <p:nvPr/>
            </p:nvSpPr>
            <p:spPr bwMode="auto">
              <a:xfrm rot="21486075">
                <a:off x="2478088" y="3592513"/>
                <a:ext cx="561975" cy="612775"/>
              </a:xfrm>
              <a:custGeom>
                <a:avLst/>
                <a:gdLst>
                  <a:gd name="T0" fmla="*/ 2147483647 w 740"/>
                  <a:gd name="T1" fmla="*/ 0 h 955"/>
                  <a:gd name="T2" fmla="*/ 2147483647 w 740"/>
                  <a:gd name="T3" fmla="*/ 2147483647 h 955"/>
                  <a:gd name="T4" fmla="*/ 2147483647 w 740"/>
                  <a:gd name="T5" fmla="*/ 2147483647 h 955"/>
                  <a:gd name="T6" fmla="*/ 2147483647 w 740"/>
                  <a:gd name="T7" fmla="*/ 2147483647 h 955"/>
                  <a:gd name="T8" fmla="*/ 2147483647 w 740"/>
                  <a:gd name="T9" fmla="*/ 2147483647 h 955"/>
                  <a:gd name="T10" fmla="*/ 0 w 740"/>
                  <a:gd name="T11" fmla="*/ 2147483647 h 955"/>
                  <a:gd name="T12" fmla="*/ 2147483647 w 740"/>
                  <a:gd name="T13" fmla="*/ 2147483647 h 955"/>
                  <a:gd name="T14" fmla="*/ 2147483647 w 740"/>
                  <a:gd name="T15" fmla="*/ 0 h 955"/>
                  <a:gd name="T16" fmla="*/ 0 60000 65536"/>
                  <a:gd name="T17" fmla="*/ 0 60000 65536"/>
                  <a:gd name="T18" fmla="*/ 0 60000 65536"/>
                  <a:gd name="T19" fmla="*/ 0 60000 65536"/>
                  <a:gd name="T20" fmla="*/ 0 60000 65536"/>
                  <a:gd name="T21" fmla="*/ 0 60000 65536"/>
                  <a:gd name="T22" fmla="*/ 0 60000 65536"/>
                  <a:gd name="T23" fmla="*/ 0 60000 65536"/>
                  <a:gd name="T24" fmla="*/ 0 w 740"/>
                  <a:gd name="T25" fmla="*/ 0 h 955"/>
                  <a:gd name="T26" fmla="*/ 740 w 740"/>
                  <a:gd name="T27" fmla="*/ 955 h 95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40" h="955">
                    <a:moveTo>
                      <a:pt x="138" y="0"/>
                    </a:moveTo>
                    <a:lnTo>
                      <a:pt x="500" y="50"/>
                    </a:lnTo>
                    <a:lnTo>
                      <a:pt x="475" y="232"/>
                    </a:lnTo>
                    <a:lnTo>
                      <a:pt x="740" y="257"/>
                    </a:lnTo>
                    <a:lnTo>
                      <a:pt x="668" y="955"/>
                    </a:lnTo>
                    <a:lnTo>
                      <a:pt x="0" y="882"/>
                    </a:lnTo>
                    <a:lnTo>
                      <a:pt x="68" y="437"/>
                    </a:lnTo>
                    <a:lnTo>
                      <a:pt x="138" y="0"/>
                    </a:lnTo>
                    <a:close/>
                  </a:path>
                </a:pathLst>
              </a:custGeom>
              <a:solidFill>
                <a:srgbClr val="C5E2FF"/>
              </a:solidFill>
              <a:ln w="12700">
                <a:solidFill>
                  <a:srgbClr val="000000"/>
                </a:solidFill>
                <a:round/>
                <a:headEnd/>
                <a:tailEnd/>
              </a:ln>
            </p:spPr>
            <p:txBody>
              <a:bodyPr/>
              <a:lstStyle/>
              <a:p>
                <a:endParaRPr lang="en-US" dirty="0"/>
              </a:p>
            </p:txBody>
          </p:sp>
          <p:sp>
            <p:nvSpPr>
              <p:cNvPr id="152" name="Freeform 11"/>
              <p:cNvSpPr>
                <a:spLocks noChangeAspect="1"/>
              </p:cNvSpPr>
              <p:nvPr/>
            </p:nvSpPr>
            <p:spPr bwMode="auto">
              <a:xfrm rot="21486075">
                <a:off x="2476500" y="2792413"/>
                <a:ext cx="1055688" cy="555625"/>
              </a:xfrm>
              <a:custGeom>
                <a:avLst/>
                <a:gdLst>
                  <a:gd name="T0" fmla="*/ 2147483647 w 1387"/>
                  <a:gd name="T1" fmla="*/ 0 h 865"/>
                  <a:gd name="T2" fmla="*/ 2147483647 w 1387"/>
                  <a:gd name="T3" fmla="*/ 2147483647 h 865"/>
                  <a:gd name="T4" fmla="*/ 2147483647 w 1387"/>
                  <a:gd name="T5" fmla="*/ 2147483647 h 865"/>
                  <a:gd name="T6" fmla="*/ 2147483647 w 1387"/>
                  <a:gd name="T7" fmla="*/ 2147483647 h 865"/>
                  <a:gd name="T8" fmla="*/ 2147483647 w 1387"/>
                  <a:gd name="T9" fmla="*/ 2147483647 h 865"/>
                  <a:gd name="T10" fmla="*/ 2147483647 w 1387"/>
                  <a:gd name="T11" fmla="*/ 2147483647 h 865"/>
                  <a:gd name="T12" fmla="*/ 2147483647 w 1387"/>
                  <a:gd name="T13" fmla="*/ 2147483647 h 865"/>
                  <a:gd name="T14" fmla="*/ 2147483647 w 1387"/>
                  <a:gd name="T15" fmla="*/ 2147483647 h 865"/>
                  <a:gd name="T16" fmla="*/ 2147483647 w 1387"/>
                  <a:gd name="T17" fmla="*/ 2147483647 h 865"/>
                  <a:gd name="T18" fmla="*/ 2147483647 w 1387"/>
                  <a:gd name="T19" fmla="*/ 2147483647 h 865"/>
                  <a:gd name="T20" fmla="*/ 2147483647 w 1387"/>
                  <a:gd name="T21" fmla="*/ 2147483647 h 865"/>
                  <a:gd name="T22" fmla="*/ 2147483647 w 1387"/>
                  <a:gd name="T23" fmla="*/ 2147483647 h 865"/>
                  <a:gd name="T24" fmla="*/ 2147483647 w 1387"/>
                  <a:gd name="T25" fmla="*/ 2147483647 h 865"/>
                  <a:gd name="T26" fmla="*/ 2147483647 w 1387"/>
                  <a:gd name="T27" fmla="*/ 2147483647 h 865"/>
                  <a:gd name="T28" fmla="*/ 2147483647 w 1387"/>
                  <a:gd name="T29" fmla="*/ 2147483647 h 865"/>
                  <a:gd name="T30" fmla="*/ 2147483647 w 1387"/>
                  <a:gd name="T31" fmla="*/ 2147483647 h 865"/>
                  <a:gd name="T32" fmla="*/ 2147483647 w 1387"/>
                  <a:gd name="T33" fmla="*/ 2147483647 h 865"/>
                  <a:gd name="T34" fmla="*/ 0 w 1387"/>
                  <a:gd name="T35" fmla="*/ 2147483647 h 865"/>
                  <a:gd name="T36" fmla="*/ 2147483647 w 1387"/>
                  <a:gd name="T37" fmla="*/ 0 h 8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87"/>
                  <a:gd name="T58" fmla="*/ 0 h 865"/>
                  <a:gd name="T59" fmla="*/ 1387 w 1387"/>
                  <a:gd name="T60" fmla="*/ 865 h 8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87" h="865">
                    <a:moveTo>
                      <a:pt x="23" y="0"/>
                    </a:moveTo>
                    <a:lnTo>
                      <a:pt x="295" y="35"/>
                    </a:lnTo>
                    <a:lnTo>
                      <a:pt x="460" y="57"/>
                    </a:lnTo>
                    <a:lnTo>
                      <a:pt x="678" y="80"/>
                    </a:lnTo>
                    <a:lnTo>
                      <a:pt x="878" y="100"/>
                    </a:lnTo>
                    <a:lnTo>
                      <a:pt x="1225" y="125"/>
                    </a:lnTo>
                    <a:lnTo>
                      <a:pt x="1387" y="137"/>
                    </a:lnTo>
                    <a:lnTo>
                      <a:pt x="1382" y="842"/>
                    </a:lnTo>
                    <a:lnTo>
                      <a:pt x="533" y="770"/>
                    </a:lnTo>
                    <a:lnTo>
                      <a:pt x="515" y="865"/>
                    </a:lnTo>
                    <a:lnTo>
                      <a:pt x="483" y="820"/>
                    </a:lnTo>
                    <a:lnTo>
                      <a:pt x="405" y="827"/>
                    </a:lnTo>
                    <a:lnTo>
                      <a:pt x="293" y="845"/>
                    </a:lnTo>
                    <a:lnTo>
                      <a:pt x="273" y="722"/>
                    </a:lnTo>
                    <a:lnTo>
                      <a:pt x="140" y="625"/>
                    </a:lnTo>
                    <a:lnTo>
                      <a:pt x="160" y="532"/>
                    </a:lnTo>
                    <a:lnTo>
                      <a:pt x="173" y="457"/>
                    </a:lnTo>
                    <a:lnTo>
                      <a:pt x="0" y="215"/>
                    </a:lnTo>
                    <a:lnTo>
                      <a:pt x="23" y="0"/>
                    </a:lnTo>
                    <a:close/>
                  </a:path>
                </a:pathLst>
              </a:custGeom>
              <a:solidFill>
                <a:srgbClr val="C5E2FF"/>
              </a:solidFill>
              <a:ln w="12700">
                <a:solidFill>
                  <a:srgbClr val="000000"/>
                </a:solidFill>
                <a:round/>
                <a:headEnd/>
                <a:tailEnd/>
              </a:ln>
            </p:spPr>
            <p:txBody>
              <a:bodyPr/>
              <a:lstStyle/>
              <a:p>
                <a:endParaRPr lang="en-US" dirty="0"/>
              </a:p>
            </p:txBody>
          </p:sp>
          <p:sp>
            <p:nvSpPr>
              <p:cNvPr id="153" name="Freeform 12"/>
              <p:cNvSpPr>
                <a:spLocks noChangeAspect="1"/>
              </p:cNvSpPr>
              <p:nvPr/>
            </p:nvSpPr>
            <p:spPr bwMode="auto">
              <a:xfrm rot="21486075">
                <a:off x="2820988" y="3278188"/>
                <a:ext cx="722312" cy="500062"/>
              </a:xfrm>
              <a:custGeom>
                <a:avLst/>
                <a:gdLst>
                  <a:gd name="T0" fmla="*/ 2147483647 w 949"/>
                  <a:gd name="T1" fmla="*/ 0 h 778"/>
                  <a:gd name="T2" fmla="*/ 2147483647 w 949"/>
                  <a:gd name="T3" fmla="*/ 2147483647 h 778"/>
                  <a:gd name="T4" fmla="*/ 0 w 949"/>
                  <a:gd name="T5" fmla="*/ 2147483647 h 778"/>
                  <a:gd name="T6" fmla="*/ 2147483647 w 949"/>
                  <a:gd name="T7" fmla="*/ 2147483647 h 778"/>
                  <a:gd name="T8" fmla="*/ 2147483647 w 949"/>
                  <a:gd name="T9" fmla="*/ 2147483647 h 778"/>
                  <a:gd name="T10" fmla="*/ 2147483647 w 949"/>
                  <a:gd name="T11" fmla="*/ 2147483647 h 778"/>
                  <a:gd name="T12" fmla="*/ 2147483647 w 949"/>
                  <a:gd name="T13" fmla="*/ 0 h 778"/>
                  <a:gd name="T14" fmla="*/ 0 60000 65536"/>
                  <a:gd name="T15" fmla="*/ 0 60000 65536"/>
                  <a:gd name="T16" fmla="*/ 0 60000 65536"/>
                  <a:gd name="T17" fmla="*/ 0 60000 65536"/>
                  <a:gd name="T18" fmla="*/ 0 60000 65536"/>
                  <a:gd name="T19" fmla="*/ 0 60000 65536"/>
                  <a:gd name="T20" fmla="*/ 0 60000 65536"/>
                  <a:gd name="T21" fmla="*/ 0 w 949"/>
                  <a:gd name="T22" fmla="*/ 0 h 778"/>
                  <a:gd name="T23" fmla="*/ 949 w 949"/>
                  <a:gd name="T24" fmla="*/ 778 h 7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49" h="778">
                    <a:moveTo>
                      <a:pt x="92" y="0"/>
                    </a:moveTo>
                    <a:lnTo>
                      <a:pt x="57" y="290"/>
                    </a:lnTo>
                    <a:lnTo>
                      <a:pt x="0" y="705"/>
                    </a:lnTo>
                    <a:lnTo>
                      <a:pt x="275" y="728"/>
                    </a:lnTo>
                    <a:lnTo>
                      <a:pt x="917" y="778"/>
                    </a:lnTo>
                    <a:lnTo>
                      <a:pt x="949" y="80"/>
                    </a:lnTo>
                    <a:lnTo>
                      <a:pt x="92" y="0"/>
                    </a:lnTo>
                    <a:close/>
                  </a:path>
                </a:pathLst>
              </a:custGeom>
              <a:solidFill>
                <a:srgbClr val="C5E2FF"/>
              </a:solidFill>
              <a:ln w="12700">
                <a:solidFill>
                  <a:srgbClr val="000000"/>
                </a:solidFill>
                <a:round/>
                <a:headEnd/>
                <a:tailEnd/>
              </a:ln>
            </p:spPr>
            <p:txBody>
              <a:bodyPr/>
              <a:lstStyle/>
              <a:p>
                <a:endParaRPr lang="en-US" dirty="0"/>
              </a:p>
            </p:txBody>
          </p:sp>
          <p:sp>
            <p:nvSpPr>
              <p:cNvPr id="154" name="Freeform 13"/>
              <p:cNvSpPr>
                <a:spLocks noChangeAspect="1"/>
              </p:cNvSpPr>
              <p:nvPr/>
            </p:nvSpPr>
            <p:spPr bwMode="auto">
              <a:xfrm rot="21486075">
                <a:off x="2982913" y="3738563"/>
                <a:ext cx="754062" cy="474662"/>
              </a:xfrm>
              <a:custGeom>
                <a:avLst/>
                <a:gdLst>
                  <a:gd name="T0" fmla="*/ 2147483647 w 990"/>
                  <a:gd name="T1" fmla="*/ 0 h 738"/>
                  <a:gd name="T2" fmla="*/ 2147483647 w 990"/>
                  <a:gd name="T3" fmla="*/ 2147483647 h 738"/>
                  <a:gd name="T4" fmla="*/ 0 w 990"/>
                  <a:gd name="T5" fmla="*/ 2147483647 h 738"/>
                  <a:gd name="T6" fmla="*/ 2147483647 w 990"/>
                  <a:gd name="T7" fmla="*/ 2147483647 h 738"/>
                  <a:gd name="T8" fmla="*/ 2147483647 w 990"/>
                  <a:gd name="T9" fmla="*/ 2147483647 h 738"/>
                  <a:gd name="T10" fmla="*/ 2147483647 w 990"/>
                  <a:gd name="T11" fmla="*/ 2147483647 h 738"/>
                  <a:gd name="T12" fmla="*/ 2147483647 w 990"/>
                  <a:gd name="T13" fmla="*/ 2147483647 h 738"/>
                  <a:gd name="T14" fmla="*/ 2147483647 w 990"/>
                  <a:gd name="T15" fmla="*/ 2147483647 h 738"/>
                  <a:gd name="T16" fmla="*/ 2147483647 w 990"/>
                  <a:gd name="T17" fmla="*/ 0 h 7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0"/>
                  <a:gd name="T28" fmla="*/ 0 h 738"/>
                  <a:gd name="T29" fmla="*/ 990 w 990"/>
                  <a:gd name="T30" fmla="*/ 738 h 73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0" h="738">
                    <a:moveTo>
                      <a:pt x="83" y="0"/>
                    </a:moveTo>
                    <a:lnTo>
                      <a:pt x="33" y="443"/>
                    </a:lnTo>
                    <a:lnTo>
                      <a:pt x="0" y="698"/>
                    </a:lnTo>
                    <a:lnTo>
                      <a:pt x="495" y="723"/>
                    </a:lnTo>
                    <a:lnTo>
                      <a:pt x="967" y="738"/>
                    </a:lnTo>
                    <a:lnTo>
                      <a:pt x="982" y="393"/>
                    </a:lnTo>
                    <a:lnTo>
                      <a:pt x="990" y="55"/>
                    </a:lnTo>
                    <a:lnTo>
                      <a:pt x="720" y="50"/>
                    </a:lnTo>
                    <a:lnTo>
                      <a:pt x="83" y="0"/>
                    </a:lnTo>
                    <a:close/>
                  </a:path>
                </a:pathLst>
              </a:custGeom>
              <a:solidFill>
                <a:srgbClr val="C5E2FF"/>
              </a:solidFill>
              <a:ln w="12700">
                <a:solidFill>
                  <a:srgbClr val="000000"/>
                </a:solidFill>
                <a:round/>
                <a:headEnd/>
                <a:tailEnd/>
              </a:ln>
            </p:spPr>
            <p:txBody>
              <a:bodyPr/>
              <a:lstStyle/>
              <a:p>
                <a:endParaRPr lang="en-US" dirty="0"/>
              </a:p>
            </p:txBody>
          </p:sp>
          <p:sp>
            <p:nvSpPr>
              <p:cNvPr id="155" name="Freeform 14"/>
              <p:cNvSpPr>
                <a:spLocks noChangeAspect="1"/>
              </p:cNvSpPr>
              <p:nvPr/>
            </p:nvSpPr>
            <p:spPr bwMode="auto">
              <a:xfrm rot="21486075">
                <a:off x="2320925" y="4160838"/>
                <a:ext cx="684213" cy="641350"/>
              </a:xfrm>
              <a:custGeom>
                <a:avLst/>
                <a:gdLst>
                  <a:gd name="T0" fmla="*/ 2147483647 w 898"/>
                  <a:gd name="T1" fmla="*/ 0 h 998"/>
                  <a:gd name="T2" fmla="*/ 2147483647 w 898"/>
                  <a:gd name="T3" fmla="*/ 2147483647 h 998"/>
                  <a:gd name="T4" fmla="*/ 2147483647 w 898"/>
                  <a:gd name="T5" fmla="*/ 2147483647 h 998"/>
                  <a:gd name="T6" fmla="*/ 2147483647 w 898"/>
                  <a:gd name="T7" fmla="*/ 2147483647 h 998"/>
                  <a:gd name="T8" fmla="*/ 2147483647 w 898"/>
                  <a:gd name="T9" fmla="*/ 2147483647 h 998"/>
                  <a:gd name="T10" fmla="*/ 2147483647 w 898"/>
                  <a:gd name="T11" fmla="*/ 2147483647 h 998"/>
                  <a:gd name="T12" fmla="*/ 2147483647 w 898"/>
                  <a:gd name="T13" fmla="*/ 2147483647 h 998"/>
                  <a:gd name="T14" fmla="*/ 2147483647 w 898"/>
                  <a:gd name="T15" fmla="*/ 2147483647 h 998"/>
                  <a:gd name="T16" fmla="*/ 2147483647 w 898"/>
                  <a:gd name="T17" fmla="*/ 2147483647 h 998"/>
                  <a:gd name="T18" fmla="*/ 2147483647 w 898"/>
                  <a:gd name="T19" fmla="*/ 2147483647 h 998"/>
                  <a:gd name="T20" fmla="*/ 2147483647 w 898"/>
                  <a:gd name="T21" fmla="*/ 2147483647 h 998"/>
                  <a:gd name="T22" fmla="*/ 0 w 898"/>
                  <a:gd name="T23" fmla="*/ 2147483647 h 998"/>
                  <a:gd name="T24" fmla="*/ 2147483647 w 898"/>
                  <a:gd name="T25" fmla="*/ 2147483647 h 998"/>
                  <a:gd name="T26" fmla="*/ 2147483647 w 898"/>
                  <a:gd name="T27" fmla="*/ 2147483647 h 998"/>
                  <a:gd name="T28" fmla="*/ 2147483647 w 898"/>
                  <a:gd name="T29" fmla="*/ 2147483647 h 998"/>
                  <a:gd name="T30" fmla="*/ 2147483647 w 898"/>
                  <a:gd name="T31" fmla="*/ 0 h 9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98"/>
                  <a:gd name="T49" fmla="*/ 0 h 998"/>
                  <a:gd name="T50" fmla="*/ 898 w 898"/>
                  <a:gd name="T51" fmla="*/ 998 h 99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98" h="998">
                    <a:moveTo>
                      <a:pt x="228" y="0"/>
                    </a:moveTo>
                    <a:lnTo>
                      <a:pt x="210" y="130"/>
                    </a:lnTo>
                    <a:lnTo>
                      <a:pt x="133" y="115"/>
                    </a:lnTo>
                    <a:lnTo>
                      <a:pt x="138" y="283"/>
                    </a:lnTo>
                    <a:lnTo>
                      <a:pt x="100" y="315"/>
                    </a:lnTo>
                    <a:lnTo>
                      <a:pt x="155" y="418"/>
                    </a:lnTo>
                    <a:lnTo>
                      <a:pt x="100" y="463"/>
                    </a:lnTo>
                    <a:lnTo>
                      <a:pt x="70" y="538"/>
                    </a:lnTo>
                    <a:lnTo>
                      <a:pt x="28" y="610"/>
                    </a:lnTo>
                    <a:lnTo>
                      <a:pt x="58" y="653"/>
                    </a:lnTo>
                    <a:lnTo>
                      <a:pt x="5" y="670"/>
                    </a:lnTo>
                    <a:lnTo>
                      <a:pt x="0" y="738"/>
                    </a:lnTo>
                    <a:lnTo>
                      <a:pt x="505" y="993"/>
                    </a:lnTo>
                    <a:lnTo>
                      <a:pt x="790" y="998"/>
                    </a:lnTo>
                    <a:lnTo>
                      <a:pt x="898" y="78"/>
                    </a:lnTo>
                    <a:lnTo>
                      <a:pt x="228" y="0"/>
                    </a:lnTo>
                    <a:close/>
                  </a:path>
                </a:pathLst>
              </a:custGeom>
              <a:solidFill>
                <a:srgbClr val="3366FF"/>
              </a:solidFill>
              <a:ln w="12700">
                <a:solidFill>
                  <a:srgbClr val="000000"/>
                </a:solidFill>
                <a:round/>
                <a:headEnd/>
                <a:tailEnd/>
              </a:ln>
            </p:spPr>
            <p:txBody>
              <a:bodyPr/>
              <a:lstStyle/>
              <a:p>
                <a:endParaRPr lang="en-US" dirty="0"/>
              </a:p>
            </p:txBody>
          </p:sp>
          <p:sp>
            <p:nvSpPr>
              <p:cNvPr id="156" name="Freeform 15"/>
              <p:cNvSpPr>
                <a:spLocks noChangeAspect="1"/>
              </p:cNvSpPr>
              <p:nvPr/>
            </p:nvSpPr>
            <p:spPr bwMode="auto">
              <a:xfrm rot="21486075">
                <a:off x="2917825" y="4184650"/>
                <a:ext cx="723900" cy="608013"/>
              </a:xfrm>
              <a:custGeom>
                <a:avLst/>
                <a:gdLst>
                  <a:gd name="T0" fmla="*/ 2147483647 w 952"/>
                  <a:gd name="T1" fmla="*/ 0 h 945"/>
                  <a:gd name="T2" fmla="*/ 2147483647 w 952"/>
                  <a:gd name="T3" fmla="*/ 2147483647 h 945"/>
                  <a:gd name="T4" fmla="*/ 2147483647 w 952"/>
                  <a:gd name="T5" fmla="*/ 2147483647 h 945"/>
                  <a:gd name="T6" fmla="*/ 2147483647 w 952"/>
                  <a:gd name="T7" fmla="*/ 2147483647 h 945"/>
                  <a:gd name="T8" fmla="*/ 2147483647 w 952"/>
                  <a:gd name="T9" fmla="*/ 2147483647 h 945"/>
                  <a:gd name="T10" fmla="*/ 2147483647 w 952"/>
                  <a:gd name="T11" fmla="*/ 2147483647 h 945"/>
                  <a:gd name="T12" fmla="*/ 2147483647 w 952"/>
                  <a:gd name="T13" fmla="*/ 2147483647 h 945"/>
                  <a:gd name="T14" fmla="*/ 2147483647 w 952"/>
                  <a:gd name="T15" fmla="*/ 2147483647 h 945"/>
                  <a:gd name="T16" fmla="*/ 0 w 952"/>
                  <a:gd name="T17" fmla="*/ 2147483647 h 945"/>
                  <a:gd name="T18" fmla="*/ 2147483647 w 952"/>
                  <a:gd name="T19" fmla="*/ 2147483647 h 945"/>
                  <a:gd name="T20" fmla="*/ 2147483647 w 952"/>
                  <a:gd name="T21" fmla="*/ 0 h 9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52"/>
                  <a:gd name="T34" fmla="*/ 0 h 945"/>
                  <a:gd name="T35" fmla="*/ 952 w 952"/>
                  <a:gd name="T36" fmla="*/ 945 h 9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52" h="945">
                    <a:moveTo>
                      <a:pt x="115" y="0"/>
                    </a:moveTo>
                    <a:lnTo>
                      <a:pt x="952" y="38"/>
                    </a:lnTo>
                    <a:lnTo>
                      <a:pt x="912" y="873"/>
                    </a:lnTo>
                    <a:lnTo>
                      <a:pt x="639" y="858"/>
                    </a:lnTo>
                    <a:lnTo>
                      <a:pt x="385" y="850"/>
                    </a:lnTo>
                    <a:lnTo>
                      <a:pt x="385" y="883"/>
                    </a:lnTo>
                    <a:lnTo>
                      <a:pt x="172" y="883"/>
                    </a:lnTo>
                    <a:lnTo>
                      <a:pt x="160" y="945"/>
                    </a:lnTo>
                    <a:lnTo>
                      <a:pt x="0" y="925"/>
                    </a:lnTo>
                    <a:lnTo>
                      <a:pt x="90" y="218"/>
                    </a:lnTo>
                    <a:lnTo>
                      <a:pt x="115" y="0"/>
                    </a:lnTo>
                    <a:close/>
                  </a:path>
                </a:pathLst>
              </a:custGeom>
              <a:solidFill>
                <a:srgbClr val="C5E2FF"/>
              </a:solidFill>
              <a:ln w="12700">
                <a:solidFill>
                  <a:srgbClr val="000000"/>
                </a:solidFill>
                <a:round/>
                <a:headEnd/>
                <a:tailEnd/>
              </a:ln>
            </p:spPr>
            <p:txBody>
              <a:bodyPr/>
              <a:lstStyle/>
              <a:p>
                <a:endParaRPr lang="en-US" dirty="0"/>
              </a:p>
            </p:txBody>
          </p:sp>
          <p:sp>
            <p:nvSpPr>
              <p:cNvPr id="157" name="Freeform 16"/>
              <p:cNvSpPr>
                <a:spLocks noChangeAspect="1"/>
              </p:cNvSpPr>
              <p:nvPr/>
            </p:nvSpPr>
            <p:spPr bwMode="auto">
              <a:xfrm rot="21486075">
                <a:off x="3217863" y="4252913"/>
                <a:ext cx="1470025" cy="1150937"/>
              </a:xfrm>
              <a:custGeom>
                <a:avLst/>
                <a:gdLst>
                  <a:gd name="T0" fmla="*/ 2147483647 w 1932"/>
                  <a:gd name="T1" fmla="*/ 0 h 1790"/>
                  <a:gd name="T2" fmla="*/ 2147483647 w 1932"/>
                  <a:gd name="T3" fmla="*/ 2147483647 h 1790"/>
                  <a:gd name="T4" fmla="*/ 2147483647 w 1932"/>
                  <a:gd name="T5" fmla="*/ 2147483647 h 1790"/>
                  <a:gd name="T6" fmla="*/ 2147483647 w 1932"/>
                  <a:gd name="T7" fmla="*/ 2147483647 h 1790"/>
                  <a:gd name="T8" fmla="*/ 2147483647 w 1932"/>
                  <a:gd name="T9" fmla="*/ 2147483647 h 1790"/>
                  <a:gd name="T10" fmla="*/ 2147483647 w 1932"/>
                  <a:gd name="T11" fmla="*/ 2147483647 h 1790"/>
                  <a:gd name="T12" fmla="*/ 2147483647 w 1932"/>
                  <a:gd name="T13" fmla="*/ 2147483647 h 1790"/>
                  <a:gd name="T14" fmla="*/ 2147483647 w 1932"/>
                  <a:gd name="T15" fmla="*/ 2147483647 h 1790"/>
                  <a:gd name="T16" fmla="*/ 2147483647 w 1932"/>
                  <a:gd name="T17" fmla="*/ 2147483647 h 1790"/>
                  <a:gd name="T18" fmla="*/ 2147483647 w 1932"/>
                  <a:gd name="T19" fmla="*/ 2147483647 h 1790"/>
                  <a:gd name="T20" fmla="*/ 2147483647 w 1932"/>
                  <a:gd name="T21" fmla="*/ 2147483647 h 1790"/>
                  <a:gd name="T22" fmla="*/ 2147483647 w 1932"/>
                  <a:gd name="T23" fmla="*/ 2147483647 h 1790"/>
                  <a:gd name="T24" fmla="*/ 2147483647 w 1932"/>
                  <a:gd name="T25" fmla="*/ 2147483647 h 1790"/>
                  <a:gd name="T26" fmla="*/ 2147483647 w 1932"/>
                  <a:gd name="T27" fmla="*/ 2147483647 h 1790"/>
                  <a:gd name="T28" fmla="*/ 2147483647 w 1932"/>
                  <a:gd name="T29" fmla="*/ 2147483647 h 1790"/>
                  <a:gd name="T30" fmla="*/ 2147483647 w 1932"/>
                  <a:gd name="T31" fmla="*/ 2147483647 h 1790"/>
                  <a:gd name="T32" fmla="*/ 2147483647 w 1932"/>
                  <a:gd name="T33" fmla="*/ 2147483647 h 1790"/>
                  <a:gd name="T34" fmla="*/ 2147483647 w 1932"/>
                  <a:gd name="T35" fmla="*/ 2147483647 h 1790"/>
                  <a:gd name="T36" fmla="*/ 2147483647 w 1932"/>
                  <a:gd name="T37" fmla="*/ 2147483647 h 1790"/>
                  <a:gd name="T38" fmla="*/ 2147483647 w 1932"/>
                  <a:gd name="T39" fmla="*/ 2147483647 h 1790"/>
                  <a:gd name="T40" fmla="*/ 2147483647 w 1932"/>
                  <a:gd name="T41" fmla="*/ 2147483647 h 1790"/>
                  <a:gd name="T42" fmla="*/ 2147483647 w 1932"/>
                  <a:gd name="T43" fmla="*/ 2147483647 h 1790"/>
                  <a:gd name="T44" fmla="*/ 2147483647 w 1932"/>
                  <a:gd name="T45" fmla="*/ 2147483647 h 1790"/>
                  <a:gd name="T46" fmla="*/ 2147483647 w 1932"/>
                  <a:gd name="T47" fmla="*/ 2147483647 h 1790"/>
                  <a:gd name="T48" fmla="*/ 2147483647 w 1932"/>
                  <a:gd name="T49" fmla="*/ 2147483647 h 1790"/>
                  <a:gd name="T50" fmla="*/ 2147483647 w 1932"/>
                  <a:gd name="T51" fmla="*/ 2147483647 h 1790"/>
                  <a:gd name="T52" fmla="*/ 2147483647 w 1932"/>
                  <a:gd name="T53" fmla="*/ 2147483647 h 1790"/>
                  <a:gd name="T54" fmla="*/ 2147483647 w 1932"/>
                  <a:gd name="T55" fmla="*/ 2147483647 h 1790"/>
                  <a:gd name="T56" fmla="*/ 2147483647 w 1932"/>
                  <a:gd name="T57" fmla="*/ 2147483647 h 1790"/>
                  <a:gd name="T58" fmla="*/ 2147483647 w 1932"/>
                  <a:gd name="T59" fmla="*/ 2147483647 h 1790"/>
                  <a:gd name="T60" fmla="*/ 2147483647 w 1932"/>
                  <a:gd name="T61" fmla="*/ 2147483647 h 1790"/>
                  <a:gd name="T62" fmla="*/ 2147483647 w 1932"/>
                  <a:gd name="T63" fmla="*/ 2147483647 h 1790"/>
                  <a:gd name="T64" fmla="*/ 2147483647 w 1932"/>
                  <a:gd name="T65" fmla="*/ 2147483647 h 1790"/>
                  <a:gd name="T66" fmla="*/ 2147483647 w 1932"/>
                  <a:gd name="T67" fmla="*/ 2147483647 h 1790"/>
                  <a:gd name="T68" fmla="*/ 2147483647 w 1932"/>
                  <a:gd name="T69" fmla="*/ 2147483647 h 1790"/>
                  <a:gd name="T70" fmla="*/ 2147483647 w 1932"/>
                  <a:gd name="T71" fmla="*/ 2147483647 h 1790"/>
                  <a:gd name="T72" fmla="*/ 2147483647 w 1932"/>
                  <a:gd name="T73" fmla="*/ 2147483647 h 1790"/>
                  <a:gd name="T74" fmla="*/ 2147483647 w 1932"/>
                  <a:gd name="T75" fmla="*/ 2147483647 h 1790"/>
                  <a:gd name="T76" fmla="*/ 2147483647 w 1932"/>
                  <a:gd name="T77" fmla="*/ 2147483647 h 1790"/>
                  <a:gd name="T78" fmla="*/ 2147483647 w 1932"/>
                  <a:gd name="T79" fmla="*/ 2147483647 h 1790"/>
                  <a:gd name="T80" fmla="*/ 2147483647 w 1932"/>
                  <a:gd name="T81" fmla="*/ 2147483647 h 1790"/>
                  <a:gd name="T82" fmla="*/ 2147483647 w 1932"/>
                  <a:gd name="T83" fmla="*/ 2147483647 h 1790"/>
                  <a:gd name="T84" fmla="*/ 2147483647 w 1932"/>
                  <a:gd name="T85" fmla="*/ 2147483647 h 1790"/>
                  <a:gd name="T86" fmla="*/ 2147483647 w 1932"/>
                  <a:gd name="T87" fmla="*/ 2147483647 h 1790"/>
                  <a:gd name="T88" fmla="*/ 2147483647 w 1932"/>
                  <a:gd name="T89" fmla="*/ 2147483647 h 1790"/>
                  <a:gd name="T90" fmla="*/ 2147483647 w 1932"/>
                  <a:gd name="T91" fmla="*/ 2147483647 h 1790"/>
                  <a:gd name="T92" fmla="*/ 0 w 1932"/>
                  <a:gd name="T93" fmla="*/ 2147483647 h 1790"/>
                  <a:gd name="T94" fmla="*/ 0 w 1932"/>
                  <a:gd name="T95" fmla="*/ 2147483647 h 1790"/>
                  <a:gd name="T96" fmla="*/ 2147483647 w 1932"/>
                  <a:gd name="T97" fmla="*/ 2147483647 h 1790"/>
                  <a:gd name="T98" fmla="*/ 2147483647 w 1932"/>
                  <a:gd name="T99" fmla="*/ 2147483647 h 1790"/>
                  <a:gd name="T100" fmla="*/ 2147483647 w 1932"/>
                  <a:gd name="T101" fmla="*/ 0 h 17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32"/>
                  <a:gd name="T154" fmla="*/ 0 h 1790"/>
                  <a:gd name="T155" fmla="*/ 1932 w 1932"/>
                  <a:gd name="T156" fmla="*/ 1790 h 179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32" h="1790">
                    <a:moveTo>
                      <a:pt x="560" y="0"/>
                    </a:moveTo>
                    <a:lnTo>
                      <a:pt x="987" y="15"/>
                    </a:lnTo>
                    <a:lnTo>
                      <a:pt x="987" y="340"/>
                    </a:lnTo>
                    <a:lnTo>
                      <a:pt x="1205" y="430"/>
                    </a:lnTo>
                    <a:lnTo>
                      <a:pt x="1265" y="400"/>
                    </a:lnTo>
                    <a:lnTo>
                      <a:pt x="1407" y="470"/>
                    </a:lnTo>
                    <a:lnTo>
                      <a:pt x="1492" y="465"/>
                    </a:lnTo>
                    <a:lnTo>
                      <a:pt x="1657" y="395"/>
                    </a:lnTo>
                    <a:lnTo>
                      <a:pt x="1752" y="463"/>
                    </a:lnTo>
                    <a:lnTo>
                      <a:pt x="1835" y="480"/>
                    </a:lnTo>
                    <a:lnTo>
                      <a:pt x="1835" y="745"/>
                    </a:lnTo>
                    <a:lnTo>
                      <a:pt x="1932" y="910"/>
                    </a:lnTo>
                    <a:lnTo>
                      <a:pt x="1910" y="1135"/>
                    </a:lnTo>
                    <a:lnTo>
                      <a:pt x="1805" y="1225"/>
                    </a:lnTo>
                    <a:lnTo>
                      <a:pt x="1782" y="1143"/>
                    </a:lnTo>
                    <a:lnTo>
                      <a:pt x="1752" y="1180"/>
                    </a:lnTo>
                    <a:lnTo>
                      <a:pt x="1775" y="1233"/>
                    </a:lnTo>
                    <a:lnTo>
                      <a:pt x="1587" y="1368"/>
                    </a:lnTo>
                    <a:lnTo>
                      <a:pt x="1542" y="1375"/>
                    </a:lnTo>
                    <a:lnTo>
                      <a:pt x="1445" y="1443"/>
                    </a:lnTo>
                    <a:lnTo>
                      <a:pt x="1445" y="1480"/>
                    </a:lnTo>
                    <a:lnTo>
                      <a:pt x="1415" y="1488"/>
                    </a:lnTo>
                    <a:lnTo>
                      <a:pt x="1437" y="1533"/>
                    </a:lnTo>
                    <a:lnTo>
                      <a:pt x="1385" y="1600"/>
                    </a:lnTo>
                    <a:lnTo>
                      <a:pt x="1415" y="1698"/>
                    </a:lnTo>
                    <a:lnTo>
                      <a:pt x="1445" y="1730"/>
                    </a:lnTo>
                    <a:lnTo>
                      <a:pt x="1437" y="1790"/>
                    </a:lnTo>
                    <a:lnTo>
                      <a:pt x="1362" y="1790"/>
                    </a:lnTo>
                    <a:lnTo>
                      <a:pt x="1295" y="1760"/>
                    </a:lnTo>
                    <a:lnTo>
                      <a:pt x="1250" y="1768"/>
                    </a:lnTo>
                    <a:lnTo>
                      <a:pt x="1100" y="1715"/>
                    </a:lnTo>
                    <a:lnTo>
                      <a:pt x="1032" y="1510"/>
                    </a:lnTo>
                    <a:lnTo>
                      <a:pt x="927" y="1413"/>
                    </a:lnTo>
                    <a:lnTo>
                      <a:pt x="835" y="1233"/>
                    </a:lnTo>
                    <a:lnTo>
                      <a:pt x="792" y="1215"/>
                    </a:lnTo>
                    <a:lnTo>
                      <a:pt x="742" y="1170"/>
                    </a:lnTo>
                    <a:lnTo>
                      <a:pt x="695" y="1170"/>
                    </a:lnTo>
                    <a:lnTo>
                      <a:pt x="622" y="1155"/>
                    </a:lnTo>
                    <a:lnTo>
                      <a:pt x="567" y="1170"/>
                    </a:lnTo>
                    <a:lnTo>
                      <a:pt x="530" y="1260"/>
                    </a:lnTo>
                    <a:lnTo>
                      <a:pt x="472" y="1275"/>
                    </a:lnTo>
                    <a:lnTo>
                      <a:pt x="350" y="1205"/>
                    </a:lnTo>
                    <a:lnTo>
                      <a:pt x="277" y="1120"/>
                    </a:lnTo>
                    <a:lnTo>
                      <a:pt x="265" y="1018"/>
                    </a:lnTo>
                    <a:lnTo>
                      <a:pt x="212" y="948"/>
                    </a:lnTo>
                    <a:lnTo>
                      <a:pt x="90" y="850"/>
                    </a:lnTo>
                    <a:lnTo>
                      <a:pt x="0" y="748"/>
                    </a:lnTo>
                    <a:lnTo>
                      <a:pt x="0" y="705"/>
                    </a:lnTo>
                    <a:lnTo>
                      <a:pt x="292" y="708"/>
                    </a:lnTo>
                    <a:lnTo>
                      <a:pt x="530" y="728"/>
                    </a:lnTo>
                    <a:lnTo>
                      <a:pt x="560" y="0"/>
                    </a:lnTo>
                    <a:close/>
                  </a:path>
                </a:pathLst>
              </a:custGeom>
              <a:solidFill>
                <a:srgbClr val="C5E2FF"/>
              </a:solidFill>
              <a:ln w="12700">
                <a:solidFill>
                  <a:srgbClr val="000000"/>
                </a:solidFill>
                <a:round/>
                <a:headEnd/>
                <a:tailEnd/>
              </a:ln>
            </p:spPr>
            <p:txBody>
              <a:bodyPr/>
              <a:lstStyle/>
              <a:p>
                <a:endParaRPr lang="en-US" dirty="0"/>
              </a:p>
            </p:txBody>
          </p:sp>
          <p:sp>
            <p:nvSpPr>
              <p:cNvPr id="158" name="Freeform 17"/>
              <p:cNvSpPr>
                <a:spLocks noChangeAspect="1"/>
              </p:cNvSpPr>
              <p:nvPr/>
            </p:nvSpPr>
            <p:spPr bwMode="auto">
              <a:xfrm rot="21486075">
                <a:off x="3530600" y="2851150"/>
                <a:ext cx="708025" cy="352425"/>
              </a:xfrm>
              <a:custGeom>
                <a:avLst/>
                <a:gdLst>
                  <a:gd name="T0" fmla="*/ 2147483647 w 930"/>
                  <a:gd name="T1" fmla="*/ 0 h 545"/>
                  <a:gd name="T2" fmla="*/ 2147483647 w 930"/>
                  <a:gd name="T3" fmla="*/ 2147483647 h 545"/>
                  <a:gd name="T4" fmla="*/ 2147483647 w 930"/>
                  <a:gd name="T5" fmla="*/ 2147483647 h 545"/>
                  <a:gd name="T6" fmla="*/ 2147483647 w 930"/>
                  <a:gd name="T7" fmla="*/ 2147483647 h 545"/>
                  <a:gd name="T8" fmla="*/ 2147483647 w 930"/>
                  <a:gd name="T9" fmla="*/ 2147483647 h 545"/>
                  <a:gd name="T10" fmla="*/ 2147483647 w 930"/>
                  <a:gd name="T11" fmla="*/ 2147483647 h 545"/>
                  <a:gd name="T12" fmla="*/ 2147483647 w 930"/>
                  <a:gd name="T13" fmla="*/ 2147483647 h 545"/>
                  <a:gd name="T14" fmla="*/ 0 w 930"/>
                  <a:gd name="T15" fmla="*/ 2147483647 h 545"/>
                  <a:gd name="T16" fmla="*/ 2147483647 w 930"/>
                  <a:gd name="T17" fmla="*/ 0 h 5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30"/>
                  <a:gd name="T28" fmla="*/ 0 h 545"/>
                  <a:gd name="T29" fmla="*/ 930 w 930"/>
                  <a:gd name="T30" fmla="*/ 545 h 5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30" h="545">
                    <a:moveTo>
                      <a:pt x="2" y="0"/>
                    </a:moveTo>
                    <a:lnTo>
                      <a:pt x="780" y="18"/>
                    </a:lnTo>
                    <a:lnTo>
                      <a:pt x="837" y="178"/>
                    </a:lnTo>
                    <a:lnTo>
                      <a:pt x="892" y="300"/>
                    </a:lnTo>
                    <a:lnTo>
                      <a:pt x="930" y="500"/>
                    </a:lnTo>
                    <a:lnTo>
                      <a:pt x="907" y="545"/>
                    </a:lnTo>
                    <a:lnTo>
                      <a:pt x="620" y="538"/>
                    </a:lnTo>
                    <a:lnTo>
                      <a:pt x="0" y="528"/>
                    </a:lnTo>
                    <a:lnTo>
                      <a:pt x="2" y="0"/>
                    </a:lnTo>
                    <a:close/>
                  </a:path>
                </a:pathLst>
              </a:custGeom>
              <a:solidFill>
                <a:srgbClr val="C5E2FF"/>
              </a:solidFill>
              <a:ln w="12700">
                <a:solidFill>
                  <a:srgbClr val="000000"/>
                </a:solidFill>
                <a:round/>
                <a:headEnd/>
                <a:tailEnd/>
              </a:ln>
            </p:spPr>
            <p:txBody>
              <a:bodyPr/>
              <a:lstStyle/>
              <a:p>
                <a:endParaRPr lang="en-US" dirty="0"/>
              </a:p>
            </p:txBody>
          </p:sp>
          <p:sp>
            <p:nvSpPr>
              <p:cNvPr id="159" name="Freeform 18"/>
              <p:cNvSpPr>
                <a:spLocks noChangeAspect="1"/>
              </p:cNvSpPr>
              <p:nvPr/>
            </p:nvSpPr>
            <p:spPr bwMode="auto">
              <a:xfrm rot="21486075">
                <a:off x="3524250" y="3189288"/>
                <a:ext cx="742950" cy="411162"/>
              </a:xfrm>
              <a:custGeom>
                <a:avLst/>
                <a:gdLst>
                  <a:gd name="T0" fmla="*/ 2147483647 w 977"/>
                  <a:gd name="T1" fmla="*/ 0 h 638"/>
                  <a:gd name="T2" fmla="*/ 2147483647 w 977"/>
                  <a:gd name="T3" fmla="*/ 2147483647 h 638"/>
                  <a:gd name="T4" fmla="*/ 0 w 977"/>
                  <a:gd name="T5" fmla="*/ 2147483647 h 638"/>
                  <a:gd name="T6" fmla="*/ 2147483647 w 977"/>
                  <a:gd name="T7" fmla="*/ 2147483647 h 638"/>
                  <a:gd name="T8" fmla="*/ 2147483647 w 977"/>
                  <a:gd name="T9" fmla="*/ 2147483647 h 638"/>
                  <a:gd name="T10" fmla="*/ 2147483647 w 977"/>
                  <a:gd name="T11" fmla="*/ 2147483647 h 638"/>
                  <a:gd name="T12" fmla="*/ 2147483647 w 977"/>
                  <a:gd name="T13" fmla="*/ 2147483647 h 638"/>
                  <a:gd name="T14" fmla="*/ 2147483647 w 977"/>
                  <a:gd name="T15" fmla="*/ 2147483647 h 638"/>
                  <a:gd name="T16" fmla="*/ 2147483647 w 977"/>
                  <a:gd name="T17" fmla="*/ 2147483647 h 638"/>
                  <a:gd name="T18" fmla="*/ 2147483647 w 977"/>
                  <a:gd name="T19" fmla="*/ 2147483647 h 638"/>
                  <a:gd name="T20" fmla="*/ 2147483647 w 977"/>
                  <a:gd name="T21" fmla="*/ 2147483647 h 638"/>
                  <a:gd name="T22" fmla="*/ 2147483647 w 977"/>
                  <a:gd name="T23" fmla="*/ 2147483647 h 638"/>
                  <a:gd name="T24" fmla="*/ 2147483647 w 977"/>
                  <a:gd name="T25" fmla="*/ 2147483647 h 638"/>
                  <a:gd name="T26" fmla="*/ 2147483647 w 977"/>
                  <a:gd name="T27" fmla="*/ 0 h 6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77"/>
                  <a:gd name="T43" fmla="*/ 0 h 638"/>
                  <a:gd name="T44" fmla="*/ 977 w 977"/>
                  <a:gd name="T45" fmla="*/ 638 h 6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77" h="638">
                    <a:moveTo>
                      <a:pt x="17" y="0"/>
                    </a:moveTo>
                    <a:lnTo>
                      <a:pt x="15" y="248"/>
                    </a:lnTo>
                    <a:lnTo>
                      <a:pt x="0" y="538"/>
                    </a:lnTo>
                    <a:lnTo>
                      <a:pt x="710" y="548"/>
                    </a:lnTo>
                    <a:lnTo>
                      <a:pt x="785" y="588"/>
                    </a:lnTo>
                    <a:lnTo>
                      <a:pt x="837" y="533"/>
                    </a:lnTo>
                    <a:lnTo>
                      <a:pt x="977" y="638"/>
                    </a:lnTo>
                    <a:lnTo>
                      <a:pt x="957" y="528"/>
                    </a:lnTo>
                    <a:lnTo>
                      <a:pt x="970" y="443"/>
                    </a:lnTo>
                    <a:lnTo>
                      <a:pt x="977" y="153"/>
                    </a:lnTo>
                    <a:lnTo>
                      <a:pt x="915" y="90"/>
                    </a:lnTo>
                    <a:lnTo>
                      <a:pt x="940" y="10"/>
                    </a:lnTo>
                    <a:lnTo>
                      <a:pt x="475" y="8"/>
                    </a:lnTo>
                    <a:lnTo>
                      <a:pt x="17" y="0"/>
                    </a:lnTo>
                    <a:close/>
                  </a:path>
                </a:pathLst>
              </a:custGeom>
              <a:solidFill>
                <a:srgbClr val="C5E2FF"/>
              </a:solidFill>
              <a:ln w="12700">
                <a:solidFill>
                  <a:srgbClr val="000000"/>
                </a:solidFill>
                <a:round/>
                <a:headEnd/>
                <a:tailEnd/>
              </a:ln>
            </p:spPr>
            <p:txBody>
              <a:bodyPr/>
              <a:lstStyle/>
              <a:p>
                <a:endParaRPr lang="en-US" dirty="0"/>
              </a:p>
            </p:txBody>
          </p:sp>
          <p:sp>
            <p:nvSpPr>
              <p:cNvPr id="160" name="Freeform 19"/>
              <p:cNvSpPr>
                <a:spLocks noChangeAspect="1"/>
              </p:cNvSpPr>
              <p:nvPr/>
            </p:nvSpPr>
            <p:spPr bwMode="auto">
              <a:xfrm rot="21486075">
                <a:off x="3521075" y="3527425"/>
                <a:ext cx="887413" cy="338138"/>
              </a:xfrm>
              <a:custGeom>
                <a:avLst/>
                <a:gdLst>
                  <a:gd name="T0" fmla="*/ 2147483647 w 1165"/>
                  <a:gd name="T1" fmla="*/ 0 h 525"/>
                  <a:gd name="T2" fmla="*/ 0 w 1165"/>
                  <a:gd name="T3" fmla="*/ 2147483647 h 525"/>
                  <a:gd name="T4" fmla="*/ 2147483647 w 1165"/>
                  <a:gd name="T5" fmla="*/ 2147483647 h 525"/>
                  <a:gd name="T6" fmla="*/ 2147483647 w 1165"/>
                  <a:gd name="T7" fmla="*/ 2147483647 h 525"/>
                  <a:gd name="T8" fmla="*/ 2147483647 w 1165"/>
                  <a:gd name="T9" fmla="*/ 2147483647 h 525"/>
                  <a:gd name="T10" fmla="*/ 2147483647 w 1165"/>
                  <a:gd name="T11" fmla="*/ 2147483647 h 525"/>
                  <a:gd name="T12" fmla="*/ 2147483647 w 1165"/>
                  <a:gd name="T13" fmla="*/ 2147483647 h 525"/>
                  <a:gd name="T14" fmla="*/ 2147483647 w 1165"/>
                  <a:gd name="T15" fmla="*/ 2147483647 h 525"/>
                  <a:gd name="T16" fmla="*/ 2147483647 w 1165"/>
                  <a:gd name="T17" fmla="*/ 2147483647 h 525"/>
                  <a:gd name="T18" fmla="*/ 2147483647 w 1165"/>
                  <a:gd name="T19" fmla="*/ 2147483647 h 525"/>
                  <a:gd name="T20" fmla="*/ 2147483647 w 1165"/>
                  <a:gd name="T21" fmla="*/ 2147483647 h 525"/>
                  <a:gd name="T22" fmla="*/ 2147483647 w 1165"/>
                  <a:gd name="T23" fmla="*/ 2147483647 h 525"/>
                  <a:gd name="T24" fmla="*/ 2147483647 w 1165"/>
                  <a:gd name="T25" fmla="*/ 2147483647 h 525"/>
                  <a:gd name="T26" fmla="*/ 2147483647 w 1165"/>
                  <a:gd name="T27" fmla="*/ 2147483647 h 525"/>
                  <a:gd name="T28" fmla="*/ 2147483647 w 1165"/>
                  <a:gd name="T29" fmla="*/ 0 h 5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65"/>
                  <a:gd name="T46" fmla="*/ 0 h 525"/>
                  <a:gd name="T47" fmla="*/ 1165 w 1165"/>
                  <a:gd name="T48" fmla="*/ 525 h 5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65" h="525">
                    <a:moveTo>
                      <a:pt x="12" y="0"/>
                    </a:moveTo>
                    <a:lnTo>
                      <a:pt x="0" y="348"/>
                    </a:lnTo>
                    <a:lnTo>
                      <a:pt x="262" y="355"/>
                    </a:lnTo>
                    <a:lnTo>
                      <a:pt x="260" y="525"/>
                    </a:lnTo>
                    <a:lnTo>
                      <a:pt x="615" y="520"/>
                    </a:lnTo>
                    <a:lnTo>
                      <a:pt x="932" y="515"/>
                    </a:lnTo>
                    <a:lnTo>
                      <a:pt x="1165" y="520"/>
                    </a:lnTo>
                    <a:lnTo>
                      <a:pt x="1092" y="373"/>
                    </a:lnTo>
                    <a:lnTo>
                      <a:pt x="1042" y="235"/>
                    </a:lnTo>
                    <a:lnTo>
                      <a:pt x="987" y="93"/>
                    </a:lnTo>
                    <a:lnTo>
                      <a:pt x="855" y="3"/>
                    </a:lnTo>
                    <a:lnTo>
                      <a:pt x="795" y="55"/>
                    </a:lnTo>
                    <a:lnTo>
                      <a:pt x="722" y="18"/>
                    </a:lnTo>
                    <a:lnTo>
                      <a:pt x="405" y="8"/>
                    </a:lnTo>
                    <a:lnTo>
                      <a:pt x="12" y="0"/>
                    </a:lnTo>
                    <a:close/>
                  </a:path>
                </a:pathLst>
              </a:custGeom>
              <a:solidFill>
                <a:srgbClr val="C5E2FF"/>
              </a:solidFill>
              <a:ln w="12700">
                <a:solidFill>
                  <a:srgbClr val="000000"/>
                </a:solidFill>
                <a:round/>
                <a:headEnd/>
                <a:tailEnd/>
              </a:ln>
            </p:spPr>
            <p:txBody>
              <a:bodyPr/>
              <a:lstStyle/>
              <a:p>
                <a:endParaRPr lang="en-US" dirty="0"/>
              </a:p>
            </p:txBody>
          </p:sp>
          <p:sp>
            <p:nvSpPr>
              <p:cNvPr id="161" name="Freeform 20"/>
              <p:cNvSpPr>
                <a:spLocks noChangeAspect="1"/>
              </p:cNvSpPr>
              <p:nvPr/>
            </p:nvSpPr>
            <p:spPr bwMode="auto">
              <a:xfrm rot="21486075">
                <a:off x="3721100" y="3852863"/>
                <a:ext cx="779463" cy="334962"/>
              </a:xfrm>
              <a:custGeom>
                <a:avLst/>
                <a:gdLst>
                  <a:gd name="T0" fmla="*/ 2147483647 w 1025"/>
                  <a:gd name="T1" fmla="*/ 2147483647 h 522"/>
                  <a:gd name="T2" fmla="*/ 2147483647 w 1025"/>
                  <a:gd name="T3" fmla="*/ 2147483647 h 522"/>
                  <a:gd name="T4" fmla="*/ 0 w 1025"/>
                  <a:gd name="T5" fmla="*/ 2147483647 h 522"/>
                  <a:gd name="T6" fmla="*/ 2147483647 w 1025"/>
                  <a:gd name="T7" fmla="*/ 2147483647 h 522"/>
                  <a:gd name="T8" fmla="*/ 2147483647 w 1025"/>
                  <a:gd name="T9" fmla="*/ 2147483647 h 522"/>
                  <a:gd name="T10" fmla="*/ 2147483647 w 1025"/>
                  <a:gd name="T11" fmla="*/ 2147483647 h 522"/>
                  <a:gd name="T12" fmla="*/ 2147483647 w 1025"/>
                  <a:gd name="T13" fmla="*/ 2147483647 h 522"/>
                  <a:gd name="T14" fmla="*/ 2147483647 w 1025"/>
                  <a:gd name="T15" fmla="*/ 2147483647 h 522"/>
                  <a:gd name="T16" fmla="*/ 2147483647 w 1025"/>
                  <a:gd name="T17" fmla="*/ 0 h 522"/>
                  <a:gd name="T18" fmla="*/ 2147483647 w 1025"/>
                  <a:gd name="T19" fmla="*/ 2147483647 h 522"/>
                  <a:gd name="T20" fmla="*/ 2147483647 w 1025"/>
                  <a:gd name="T21" fmla="*/ 2147483647 h 5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5"/>
                  <a:gd name="T34" fmla="*/ 0 h 522"/>
                  <a:gd name="T35" fmla="*/ 1025 w 1025"/>
                  <a:gd name="T36" fmla="*/ 522 h 52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5" h="522">
                    <a:moveTo>
                      <a:pt x="10" y="5"/>
                    </a:moveTo>
                    <a:lnTo>
                      <a:pt x="8" y="305"/>
                    </a:lnTo>
                    <a:lnTo>
                      <a:pt x="0" y="517"/>
                    </a:lnTo>
                    <a:lnTo>
                      <a:pt x="1025" y="522"/>
                    </a:lnTo>
                    <a:lnTo>
                      <a:pt x="1005" y="250"/>
                    </a:lnTo>
                    <a:lnTo>
                      <a:pt x="1005" y="147"/>
                    </a:lnTo>
                    <a:lnTo>
                      <a:pt x="923" y="85"/>
                    </a:lnTo>
                    <a:lnTo>
                      <a:pt x="948" y="30"/>
                    </a:lnTo>
                    <a:lnTo>
                      <a:pt x="913" y="0"/>
                    </a:lnTo>
                    <a:lnTo>
                      <a:pt x="448" y="5"/>
                    </a:lnTo>
                    <a:lnTo>
                      <a:pt x="10" y="5"/>
                    </a:lnTo>
                    <a:close/>
                  </a:path>
                </a:pathLst>
              </a:custGeom>
              <a:solidFill>
                <a:srgbClr val="C5E2FF"/>
              </a:solidFill>
              <a:ln w="12700">
                <a:solidFill>
                  <a:srgbClr val="000000"/>
                </a:solidFill>
                <a:round/>
                <a:headEnd/>
                <a:tailEnd/>
              </a:ln>
            </p:spPr>
            <p:txBody>
              <a:bodyPr/>
              <a:lstStyle/>
              <a:p>
                <a:endParaRPr lang="en-US" dirty="0"/>
              </a:p>
            </p:txBody>
          </p:sp>
          <p:sp>
            <p:nvSpPr>
              <p:cNvPr id="162" name="Freeform 21"/>
              <p:cNvSpPr>
                <a:spLocks noChangeAspect="1"/>
              </p:cNvSpPr>
              <p:nvPr/>
            </p:nvSpPr>
            <p:spPr bwMode="auto">
              <a:xfrm rot="21486075">
                <a:off x="3627438" y="4183063"/>
                <a:ext cx="909637" cy="369887"/>
              </a:xfrm>
              <a:custGeom>
                <a:avLst/>
                <a:gdLst>
                  <a:gd name="T0" fmla="*/ 2147483647 w 1195"/>
                  <a:gd name="T1" fmla="*/ 0 h 575"/>
                  <a:gd name="T2" fmla="*/ 0 w 1195"/>
                  <a:gd name="T3" fmla="*/ 2147483647 h 575"/>
                  <a:gd name="T4" fmla="*/ 2147483647 w 1195"/>
                  <a:gd name="T5" fmla="*/ 2147483647 h 575"/>
                  <a:gd name="T6" fmla="*/ 2147483647 w 1195"/>
                  <a:gd name="T7" fmla="*/ 2147483647 h 575"/>
                  <a:gd name="T8" fmla="*/ 2147483647 w 1195"/>
                  <a:gd name="T9" fmla="*/ 2147483647 h 575"/>
                  <a:gd name="T10" fmla="*/ 2147483647 w 1195"/>
                  <a:gd name="T11" fmla="*/ 2147483647 h 575"/>
                  <a:gd name="T12" fmla="*/ 2147483647 w 1195"/>
                  <a:gd name="T13" fmla="*/ 2147483647 h 575"/>
                  <a:gd name="T14" fmla="*/ 2147483647 w 1195"/>
                  <a:gd name="T15" fmla="*/ 2147483647 h 575"/>
                  <a:gd name="T16" fmla="*/ 2147483647 w 1195"/>
                  <a:gd name="T17" fmla="*/ 2147483647 h 575"/>
                  <a:gd name="T18" fmla="*/ 2147483647 w 1195"/>
                  <a:gd name="T19" fmla="*/ 2147483647 h 575"/>
                  <a:gd name="T20" fmla="*/ 2147483647 w 1195"/>
                  <a:gd name="T21" fmla="*/ 2147483647 h 575"/>
                  <a:gd name="T22" fmla="*/ 2147483647 w 1195"/>
                  <a:gd name="T23" fmla="*/ 2147483647 h 575"/>
                  <a:gd name="T24" fmla="*/ 2147483647 w 1195"/>
                  <a:gd name="T25" fmla="*/ 0 h 5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95"/>
                  <a:gd name="T40" fmla="*/ 0 h 575"/>
                  <a:gd name="T41" fmla="*/ 1195 w 1195"/>
                  <a:gd name="T42" fmla="*/ 575 h 5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95" h="575">
                    <a:moveTo>
                      <a:pt x="7" y="0"/>
                    </a:moveTo>
                    <a:lnTo>
                      <a:pt x="0" y="102"/>
                    </a:lnTo>
                    <a:lnTo>
                      <a:pt x="425" y="117"/>
                    </a:lnTo>
                    <a:lnTo>
                      <a:pt x="427" y="445"/>
                    </a:lnTo>
                    <a:lnTo>
                      <a:pt x="645" y="535"/>
                    </a:lnTo>
                    <a:lnTo>
                      <a:pt x="705" y="502"/>
                    </a:lnTo>
                    <a:lnTo>
                      <a:pt x="842" y="575"/>
                    </a:lnTo>
                    <a:lnTo>
                      <a:pt x="932" y="572"/>
                    </a:lnTo>
                    <a:lnTo>
                      <a:pt x="1097" y="502"/>
                    </a:lnTo>
                    <a:lnTo>
                      <a:pt x="1195" y="570"/>
                    </a:lnTo>
                    <a:lnTo>
                      <a:pt x="1195" y="215"/>
                    </a:lnTo>
                    <a:lnTo>
                      <a:pt x="1165" y="7"/>
                    </a:lnTo>
                    <a:lnTo>
                      <a:pt x="7" y="0"/>
                    </a:lnTo>
                    <a:close/>
                  </a:path>
                </a:pathLst>
              </a:custGeom>
              <a:solidFill>
                <a:srgbClr val="C5E2FF"/>
              </a:solidFill>
              <a:ln w="12700">
                <a:solidFill>
                  <a:srgbClr val="000000"/>
                </a:solidFill>
                <a:round/>
                <a:headEnd/>
                <a:tailEnd/>
              </a:ln>
            </p:spPr>
            <p:txBody>
              <a:bodyPr/>
              <a:lstStyle/>
              <a:p>
                <a:endParaRPr lang="en-US" dirty="0"/>
              </a:p>
            </p:txBody>
          </p:sp>
          <p:sp>
            <p:nvSpPr>
              <p:cNvPr id="163" name="Freeform 22"/>
              <p:cNvSpPr>
                <a:spLocks noChangeAspect="1"/>
              </p:cNvSpPr>
              <p:nvPr/>
            </p:nvSpPr>
            <p:spPr bwMode="auto">
              <a:xfrm rot="21486075">
                <a:off x="4521200" y="4178300"/>
                <a:ext cx="512763" cy="403225"/>
              </a:xfrm>
              <a:custGeom>
                <a:avLst/>
                <a:gdLst>
                  <a:gd name="T0" fmla="*/ 0 w 673"/>
                  <a:gd name="T1" fmla="*/ 2147483647 h 628"/>
                  <a:gd name="T2" fmla="*/ 2147483647 w 673"/>
                  <a:gd name="T3" fmla="*/ 2147483647 h 628"/>
                  <a:gd name="T4" fmla="*/ 2147483647 w 673"/>
                  <a:gd name="T5" fmla="*/ 0 h 628"/>
                  <a:gd name="T6" fmla="*/ 2147483647 w 673"/>
                  <a:gd name="T7" fmla="*/ 2147483647 h 628"/>
                  <a:gd name="T8" fmla="*/ 2147483647 w 673"/>
                  <a:gd name="T9" fmla="*/ 2147483647 h 628"/>
                  <a:gd name="T10" fmla="*/ 2147483647 w 673"/>
                  <a:gd name="T11" fmla="*/ 2147483647 h 628"/>
                  <a:gd name="T12" fmla="*/ 2147483647 w 673"/>
                  <a:gd name="T13" fmla="*/ 2147483647 h 628"/>
                  <a:gd name="T14" fmla="*/ 2147483647 w 673"/>
                  <a:gd name="T15" fmla="*/ 2147483647 h 628"/>
                  <a:gd name="T16" fmla="*/ 2147483647 w 673"/>
                  <a:gd name="T17" fmla="*/ 2147483647 h 628"/>
                  <a:gd name="T18" fmla="*/ 2147483647 w 673"/>
                  <a:gd name="T19" fmla="*/ 2147483647 h 628"/>
                  <a:gd name="T20" fmla="*/ 2147483647 w 673"/>
                  <a:gd name="T21" fmla="*/ 2147483647 h 628"/>
                  <a:gd name="T22" fmla="*/ 2147483647 w 673"/>
                  <a:gd name="T23" fmla="*/ 2147483647 h 628"/>
                  <a:gd name="T24" fmla="*/ 2147483647 w 673"/>
                  <a:gd name="T25" fmla="*/ 2147483647 h 628"/>
                  <a:gd name="T26" fmla="*/ 2147483647 w 673"/>
                  <a:gd name="T27" fmla="*/ 2147483647 h 628"/>
                  <a:gd name="T28" fmla="*/ 2147483647 w 673"/>
                  <a:gd name="T29" fmla="*/ 2147483647 h 628"/>
                  <a:gd name="T30" fmla="*/ 0 w 673"/>
                  <a:gd name="T31" fmla="*/ 2147483647 h 6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73"/>
                  <a:gd name="T49" fmla="*/ 0 h 628"/>
                  <a:gd name="T50" fmla="*/ 673 w 673"/>
                  <a:gd name="T51" fmla="*/ 628 h 62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73" h="628">
                    <a:moveTo>
                      <a:pt x="0" y="58"/>
                    </a:moveTo>
                    <a:lnTo>
                      <a:pt x="265" y="25"/>
                    </a:lnTo>
                    <a:lnTo>
                      <a:pt x="593" y="0"/>
                    </a:lnTo>
                    <a:lnTo>
                      <a:pt x="575" y="83"/>
                    </a:lnTo>
                    <a:lnTo>
                      <a:pt x="648" y="65"/>
                    </a:lnTo>
                    <a:lnTo>
                      <a:pt x="673" y="120"/>
                    </a:lnTo>
                    <a:lnTo>
                      <a:pt x="598" y="170"/>
                    </a:lnTo>
                    <a:lnTo>
                      <a:pt x="615" y="258"/>
                    </a:lnTo>
                    <a:lnTo>
                      <a:pt x="538" y="403"/>
                    </a:lnTo>
                    <a:lnTo>
                      <a:pt x="480" y="493"/>
                    </a:lnTo>
                    <a:lnTo>
                      <a:pt x="513" y="608"/>
                    </a:lnTo>
                    <a:lnTo>
                      <a:pt x="98" y="628"/>
                    </a:lnTo>
                    <a:lnTo>
                      <a:pt x="95" y="558"/>
                    </a:lnTo>
                    <a:lnTo>
                      <a:pt x="13" y="543"/>
                    </a:lnTo>
                    <a:lnTo>
                      <a:pt x="13" y="170"/>
                    </a:lnTo>
                    <a:lnTo>
                      <a:pt x="0" y="58"/>
                    </a:lnTo>
                    <a:close/>
                  </a:path>
                </a:pathLst>
              </a:custGeom>
              <a:solidFill>
                <a:srgbClr val="C5E2FF"/>
              </a:solidFill>
              <a:ln w="12700">
                <a:solidFill>
                  <a:srgbClr val="000000"/>
                </a:solidFill>
                <a:round/>
                <a:headEnd/>
                <a:tailEnd/>
              </a:ln>
            </p:spPr>
            <p:txBody>
              <a:bodyPr/>
              <a:lstStyle/>
              <a:p>
                <a:endParaRPr lang="en-US" dirty="0"/>
              </a:p>
            </p:txBody>
          </p:sp>
          <p:sp>
            <p:nvSpPr>
              <p:cNvPr id="164" name="Freeform 23"/>
              <p:cNvSpPr>
                <a:spLocks noChangeAspect="1"/>
              </p:cNvSpPr>
              <p:nvPr/>
            </p:nvSpPr>
            <p:spPr bwMode="auto">
              <a:xfrm rot="21486075">
                <a:off x="4608513" y="4562475"/>
                <a:ext cx="623887" cy="422275"/>
              </a:xfrm>
              <a:custGeom>
                <a:avLst/>
                <a:gdLst>
                  <a:gd name="T0" fmla="*/ 0 w 820"/>
                  <a:gd name="T1" fmla="*/ 2147483647 h 658"/>
                  <a:gd name="T2" fmla="*/ 2147483647 w 820"/>
                  <a:gd name="T3" fmla="*/ 0 h 658"/>
                  <a:gd name="T4" fmla="*/ 2147483647 w 820"/>
                  <a:gd name="T5" fmla="*/ 2147483647 h 658"/>
                  <a:gd name="T6" fmla="*/ 2147483647 w 820"/>
                  <a:gd name="T7" fmla="*/ 2147483647 h 658"/>
                  <a:gd name="T8" fmla="*/ 2147483647 w 820"/>
                  <a:gd name="T9" fmla="*/ 2147483647 h 658"/>
                  <a:gd name="T10" fmla="*/ 2147483647 w 820"/>
                  <a:gd name="T11" fmla="*/ 2147483647 h 658"/>
                  <a:gd name="T12" fmla="*/ 2147483647 w 820"/>
                  <a:gd name="T13" fmla="*/ 2147483647 h 658"/>
                  <a:gd name="T14" fmla="*/ 2147483647 w 820"/>
                  <a:gd name="T15" fmla="*/ 2147483647 h 658"/>
                  <a:gd name="T16" fmla="*/ 2147483647 w 820"/>
                  <a:gd name="T17" fmla="*/ 2147483647 h 658"/>
                  <a:gd name="T18" fmla="*/ 2147483647 w 820"/>
                  <a:gd name="T19" fmla="*/ 2147483647 h 658"/>
                  <a:gd name="T20" fmla="*/ 2147483647 w 820"/>
                  <a:gd name="T21" fmla="*/ 2147483647 h 658"/>
                  <a:gd name="T22" fmla="*/ 2147483647 w 820"/>
                  <a:gd name="T23" fmla="*/ 2147483647 h 658"/>
                  <a:gd name="T24" fmla="*/ 2147483647 w 820"/>
                  <a:gd name="T25" fmla="*/ 2147483647 h 658"/>
                  <a:gd name="T26" fmla="*/ 2147483647 w 820"/>
                  <a:gd name="T27" fmla="*/ 2147483647 h 658"/>
                  <a:gd name="T28" fmla="*/ 2147483647 w 820"/>
                  <a:gd name="T29" fmla="*/ 2147483647 h 658"/>
                  <a:gd name="T30" fmla="*/ 2147483647 w 820"/>
                  <a:gd name="T31" fmla="*/ 2147483647 h 658"/>
                  <a:gd name="T32" fmla="*/ 2147483647 w 820"/>
                  <a:gd name="T33" fmla="*/ 2147483647 h 658"/>
                  <a:gd name="T34" fmla="*/ 2147483647 w 820"/>
                  <a:gd name="T35" fmla="*/ 2147483647 h 658"/>
                  <a:gd name="T36" fmla="*/ 2147483647 w 820"/>
                  <a:gd name="T37" fmla="*/ 2147483647 h 658"/>
                  <a:gd name="T38" fmla="*/ 2147483647 w 820"/>
                  <a:gd name="T39" fmla="*/ 2147483647 h 658"/>
                  <a:gd name="T40" fmla="*/ 2147483647 w 820"/>
                  <a:gd name="T41" fmla="*/ 2147483647 h 658"/>
                  <a:gd name="T42" fmla="*/ 2147483647 w 820"/>
                  <a:gd name="T43" fmla="*/ 2147483647 h 658"/>
                  <a:gd name="T44" fmla="*/ 2147483647 w 820"/>
                  <a:gd name="T45" fmla="*/ 2147483647 h 658"/>
                  <a:gd name="T46" fmla="*/ 2147483647 w 820"/>
                  <a:gd name="T47" fmla="*/ 2147483647 h 658"/>
                  <a:gd name="T48" fmla="*/ 2147483647 w 820"/>
                  <a:gd name="T49" fmla="*/ 2147483647 h 658"/>
                  <a:gd name="T50" fmla="*/ 2147483647 w 820"/>
                  <a:gd name="T51" fmla="*/ 2147483647 h 658"/>
                  <a:gd name="T52" fmla="*/ 2147483647 w 820"/>
                  <a:gd name="T53" fmla="*/ 2147483647 h 658"/>
                  <a:gd name="T54" fmla="*/ 2147483647 w 820"/>
                  <a:gd name="T55" fmla="*/ 2147483647 h 658"/>
                  <a:gd name="T56" fmla="*/ 2147483647 w 820"/>
                  <a:gd name="T57" fmla="*/ 2147483647 h 658"/>
                  <a:gd name="T58" fmla="*/ 2147483647 w 820"/>
                  <a:gd name="T59" fmla="*/ 2147483647 h 658"/>
                  <a:gd name="T60" fmla="*/ 2147483647 w 820"/>
                  <a:gd name="T61" fmla="*/ 2147483647 h 658"/>
                  <a:gd name="T62" fmla="*/ 2147483647 w 820"/>
                  <a:gd name="T63" fmla="*/ 2147483647 h 658"/>
                  <a:gd name="T64" fmla="*/ 2147483647 w 820"/>
                  <a:gd name="T65" fmla="*/ 2147483647 h 658"/>
                  <a:gd name="T66" fmla="*/ 2147483647 w 820"/>
                  <a:gd name="T67" fmla="*/ 2147483647 h 658"/>
                  <a:gd name="T68" fmla="*/ 0 w 820"/>
                  <a:gd name="T69" fmla="*/ 2147483647 h 65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820"/>
                  <a:gd name="T106" fmla="*/ 0 h 658"/>
                  <a:gd name="T107" fmla="*/ 820 w 820"/>
                  <a:gd name="T108" fmla="*/ 658 h 65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820" h="658">
                    <a:moveTo>
                      <a:pt x="0" y="15"/>
                    </a:moveTo>
                    <a:lnTo>
                      <a:pt x="410" y="0"/>
                    </a:lnTo>
                    <a:lnTo>
                      <a:pt x="482" y="135"/>
                    </a:lnTo>
                    <a:lnTo>
                      <a:pt x="420" y="295"/>
                    </a:lnTo>
                    <a:lnTo>
                      <a:pt x="400" y="368"/>
                    </a:lnTo>
                    <a:lnTo>
                      <a:pt x="675" y="338"/>
                    </a:lnTo>
                    <a:lnTo>
                      <a:pt x="692" y="443"/>
                    </a:lnTo>
                    <a:lnTo>
                      <a:pt x="610" y="433"/>
                    </a:lnTo>
                    <a:lnTo>
                      <a:pt x="572" y="478"/>
                    </a:lnTo>
                    <a:lnTo>
                      <a:pt x="615" y="508"/>
                    </a:lnTo>
                    <a:lnTo>
                      <a:pt x="690" y="473"/>
                    </a:lnTo>
                    <a:lnTo>
                      <a:pt x="692" y="523"/>
                    </a:lnTo>
                    <a:lnTo>
                      <a:pt x="737" y="480"/>
                    </a:lnTo>
                    <a:lnTo>
                      <a:pt x="767" y="480"/>
                    </a:lnTo>
                    <a:lnTo>
                      <a:pt x="732" y="568"/>
                    </a:lnTo>
                    <a:lnTo>
                      <a:pt x="800" y="583"/>
                    </a:lnTo>
                    <a:lnTo>
                      <a:pt x="820" y="630"/>
                    </a:lnTo>
                    <a:lnTo>
                      <a:pt x="790" y="645"/>
                    </a:lnTo>
                    <a:lnTo>
                      <a:pt x="747" y="615"/>
                    </a:lnTo>
                    <a:lnTo>
                      <a:pt x="667" y="593"/>
                    </a:lnTo>
                    <a:lnTo>
                      <a:pt x="685" y="650"/>
                    </a:lnTo>
                    <a:lnTo>
                      <a:pt x="645" y="658"/>
                    </a:lnTo>
                    <a:lnTo>
                      <a:pt x="612" y="605"/>
                    </a:lnTo>
                    <a:lnTo>
                      <a:pt x="592" y="638"/>
                    </a:lnTo>
                    <a:lnTo>
                      <a:pt x="472" y="638"/>
                    </a:lnTo>
                    <a:lnTo>
                      <a:pt x="472" y="605"/>
                    </a:lnTo>
                    <a:lnTo>
                      <a:pt x="427" y="568"/>
                    </a:lnTo>
                    <a:lnTo>
                      <a:pt x="337" y="563"/>
                    </a:lnTo>
                    <a:lnTo>
                      <a:pt x="412" y="605"/>
                    </a:lnTo>
                    <a:lnTo>
                      <a:pt x="307" y="628"/>
                    </a:lnTo>
                    <a:lnTo>
                      <a:pt x="142" y="598"/>
                    </a:lnTo>
                    <a:lnTo>
                      <a:pt x="80" y="605"/>
                    </a:lnTo>
                    <a:lnTo>
                      <a:pt x="102" y="385"/>
                    </a:lnTo>
                    <a:lnTo>
                      <a:pt x="2" y="210"/>
                    </a:lnTo>
                    <a:lnTo>
                      <a:pt x="0" y="15"/>
                    </a:lnTo>
                    <a:close/>
                  </a:path>
                </a:pathLst>
              </a:custGeom>
              <a:solidFill>
                <a:srgbClr val="C5E2FF"/>
              </a:solidFill>
              <a:ln w="12700">
                <a:solidFill>
                  <a:srgbClr val="000000"/>
                </a:solidFill>
                <a:round/>
                <a:headEnd/>
                <a:tailEnd/>
              </a:ln>
            </p:spPr>
            <p:txBody>
              <a:bodyPr/>
              <a:lstStyle/>
              <a:p>
                <a:endParaRPr lang="en-US" dirty="0"/>
              </a:p>
            </p:txBody>
          </p:sp>
          <p:sp>
            <p:nvSpPr>
              <p:cNvPr id="165" name="Freeform 24"/>
              <p:cNvSpPr>
                <a:spLocks noChangeAspect="1"/>
              </p:cNvSpPr>
              <p:nvPr/>
            </p:nvSpPr>
            <p:spPr bwMode="auto">
              <a:xfrm rot="21486075">
                <a:off x="4124325" y="2789238"/>
                <a:ext cx="696913" cy="661987"/>
              </a:xfrm>
              <a:custGeom>
                <a:avLst/>
                <a:gdLst>
                  <a:gd name="T0" fmla="*/ 0 w 915"/>
                  <a:gd name="T1" fmla="*/ 2147483647 h 1030"/>
                  <a:gd name="T2" fmla="*/ 2147483647 w 915"/>
                  <a:gd name="T3" fmla="*/ 2147483647 h 1030"/>
                  <a:gd name="T4" fmla="*/ 2147483647 w 915"/>
                  <a:gd name="T5" fmla="*/ 0 h 1030"/>
                  <a:gd name="T6" fmla="*/ 2147483647 w 915"/>
                  <a:gd name="T7" fmla="*/ 2147483647 h 1030"/>
                  <a:gd name="T8" fmla="*/ 2147483647 w 915"/>
                  <a:gd name="T9" fmla="*/ 2147483647 h 1030"/>
                  <a:gd name="T10" fmla="*/ 2147483647 w 915"/>
                  <a:gd name="T11" fmla="*/ 2147483647 h 1030"/>
                  <a:gd name="T12" fmla="*/ 2147483647 w 915"/>
                  <a:gd name="T13" fmla="*/ 2147483647 h 1030"/>
                  <a:gd name="T14" fmla="*/ 2147483647 w 915"/>
                  <a:gd name="T15" fmla="*/ 2147483647 h 1030"/>
                  <a:gd name="T16" fmla="*/ 2147483647 w 915"/>
                  <a:gd name="T17" fmla="*/ 2147483647 h 1030"/>
                  <a:gd name="T18" fmla="*/ 2147483647 w 915"/>
                  <a:gd name="T19" fmla="*/ 2147483647 h 1030"/>
                  <a:gd name="T20" fmla="*/ 2147483647 w 915"/>
                  <a:gd name="T21" fmla="*/ 2147483647 h 1030"/>
                  <a:gd name="T22" fmla="*/ 2147483647 w 915"/>
                  <a:gd name="T23" fmla="*/ 2147483647 h 1030"/>
                  <a:gd name="T24" fmla="*/ 2147483647 w 915"/>
                  <a:gd name="T25" fmla="*/ 2147483647 h 1030"/>
                  <a:gd name="T26" fmla="*/ 2147483647 w 915"/>
                  <a:gd name="T27" fmla="*/ 2147483647 h 1030"/>
                  <a:gd name="T28" fmla="*/ 2147483647 w 915"/>
                  <a:gd name="T29" fmla="*/ 2147483647 h 1030"/>
                  <a:gd name="T30" fmla="*/ 2147483647 w 915"/>
                  <a:gd name="T31" fmla="*/ 2147483647 h 1030"/>
                  <a:gd name="T32" fmla="*/ 2147483647 w 915"/>
                  <a:gd name="T33" fmla="*/ 2147483647 h 1030"/>
                  <a:gd name="T34" fmla="*/ 2147483647 w 915"/>
                  <a:gd name="T35" fmla="*/ 2147483647 h 1030"/>
                  <a:gd name="T36" fmla="*/ 2147483647 w 915"/>
                  <a:gd name="T37" fmla="*/ 2147483647 h 1030"/>
                  <a:gd name="T38" fmla="*/ 2147483647 w 915"/>
                  <a:gd name="T39" fmla="*/ 2147483647 h 1030"/>
                  <a:gd name="T40" fmla="*/ 2147483647 w 915"/>
                  <a:gd name="T41" fmla="*/ 2147483647 h 1030"/>
                  <a:gd name="T42" fmla="*/ 2147483647 w 915"/>
                  <a:gd name="T43" fmla="*/ 2147483647 h 1030"/>
                  <a:gd name="T44" fmla="*/ 2147483647 w 915"/>
                  <a:gd name="T45" fmla="*/ 2147483647 h 1030"/>
                  <a:gd name="T46" fmla="*/ 2147483647 w 915"/>
                  <a:gd name="T47" fmla="*/ 2147483647 h 1030"/>
                  <a:gd name="T48" fmla="*/ 2147483647 w 915"/>
                  <a:gd name="T49" fmla="*/ 2147483647 h 1030"/>
                  <a:gd name="T50" fmla="*/ 2147483647 w 915"/>
                  <a:gd name="T51" fmla="*/ 2147483647 h 1030"/>
                  <a:gd name="T52" fmla="*/ 2147483647 w 915"/>
                  <a:gd name="T53" fmla="*/ 2147483647 h 1030"/>
                  <a:gd name="T54" fmla="*/ 2147483647 w 915"/>
                  <a:gd name="T55" fmla="*/ 2147483647 h 1030"/>
                  <a:gd name="T56" fmla="*/ 2147483647 w 915"/>
                  <a:gd name="T57" fmla="*/ 2147483647 h 1030"/>
                  <a:gd name="T58" fmla="*/ 2147483647 w 915"/>
                  <a:gd name="T59" fmla="*/ 2147483647 h 1030"/>
                  <a:gd name="T60" fmla="*/ 0 w 915"/>
                  <a:gd name="T61" fmla="*/ 2147483647 h 103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15"/>
                  <a:gd name="T94" fmla="*/ 0 h 1030"/>
                  <a:gd name="T95" fmla="*/ 915 w 915"/>
                  <a:gd name="T96" fmla="*/ 1030 h 103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15" h="1030">
                    <a:moveTo>
                      <a:pt x="0" y="80"/>
                    </a:moveTo>
                    <a:lnTo>
                      <a:pt x="240" y="80"/>
                    </a:lnTo>
                    <a:lnTo>
                      <a:pt x="238" y="0"/>
                    </a:lnTo>
                    <a:lnTo>
                      <a:pt x="290" y="23"/>
                    </a:lnTo>
                    <a:lnTo>
                      <a:pt x="300" y="85"/>
                    </a:lnTo>
                    <a:lnTo>
                      <a:pt x="415" y="153"/>
                    </a:lnTo>
                    <a:lnTo>
                      <a:pt x="450" y="123"/>
                    </a:lnTo>
                    <a:lnTo>
                      <a:pt x="518" y="123"/>
                    </a:lnTo>
                    <a:lnTo>
                      <a:pt x="570" y="183"/>
                    </a:lnTo>
                    <a:lnTo>
                      <a:pt x="605" y="160"/>
                    </a:lnTo>
                    <a:lnTo>
                      <a:pt x="705" y="185"/>
                    </a:lnTo>
                    <a:lnTo>
                      <a:pt x="740" y="140"/>
                    </a:lnTo>
                    <a:lnTo>
                      <a:pt x="803" y="175"/>
                    </a:lnTo>
                    <a:lnTo>
                      <a:pt x="915" y="170"/>
                    </a:lnTo>
                    <a:lnTo>
                      <a:pt x="733" y="298"/>
                    </a:lnTo>
                    <a:lnTo>
                      <a:pt x="643" y="410"/>
                    </a:lnTo>
                    <a:lnTo>
                      <a:pt x="660" y="573"/>
                    </a:lnTo>
                    <a:lnTo>
                      <a:pt x="598" y="640"/>
                    </a:lnTo>
                    <a:lnTo>
                      <a:pt x="623" y="688"/>
                    </a:lnTo>
                    <a:lnTo>
                      <a:pt x="623" y="808"/>
                    </a:lnTo>
                    <a:lnTo>
                      <a:pt x="685" y="808"/>
                    </a:lnTo>
                    <a:lnTo>
                      <a:pt x="778" y="895"/>
                    </a:lnTo>
                    <a:lnTo>
                      <a:pt x="815" y="1000"/>
                    </a:lnTo>
                    <a:lnTo>
                      <a:pt x="168" y="1030"/>
                    </a:lnTo>
                    <a:lnTo>
                      <a:pt x="170" y="745"/>
                    </a:lnTo>
                    <a:lnTo>
                      <a:pt x="113" y="683"/>
                    </a:lnTo>
                    <a:lnTo>
                      <a:pt x="133" y="608"/>
                    </a:lnTo>
                    <a:lnTo>
                      <a:pt x="153" y="565"/>
                    </a:lnTo>
                    <a:lnTo>
                      <a:pt x="113" y="368"/>
                    </a:lnTo>
                    <a:lnTo>
                      <a:pt x="58" y="238"/>
                    </a:lnTo>
                    <a:lnTo>
                      <a:pt x="0" y="80"/>
                    </a:lnTo>
                    <a:close/>
                  </a:path>
                </a:pathLst>
              </a:custGeom>
              <a:solidFill>
                <a:srgbClr val="C5E2FF"/>
              </a:solidFill>
              <a:ln w="12700">
                <a:solidFill>
                  <a:srgbClr val="000000"/>
                </a:solidFill>
                <a:round/>
                <a:headEnd/>
                <a:tailEnd/>
              </a:ln>
            </p:spPr>
            <p:txBody>
              <a:bodyPr/>
              <a:lstStyle/>
              <a:p>
                <a:endParaRPr lang="en-US" dirty="0"/>
              </a:p>
            </p:txBody>
          </p:sp>
          <p:sp>
            <p:nvSpPr>
              <p:cNvPr id="166" name="Freeform 25"/>
              <p:cNvSpPr>
                <a:spLocks noChangeAspect="1"/>
              </p:cNvSpPr>
              <p:nvPr/>
            </p:nvSpPr>
            <p:spPr bwMode="auto">
              <a:xfrm rot="21486075">
                <a:off x="4579938" y="3006725"/>
                <a:ext cx="530225" cy="523875"/>
              </a:xfrm>
              <a:custGeom>
                <a:avLst/>
                <a:gdLst>
                  <a:gd name="T0" fmla="*/ 2147483647 w 695"/>
                  <a:gd name="T1" fmla="*/ 2147483647 h 813"/>
                  <a:gd name="T2" fmla="*/ 2147483647 w 695"/>
                  <a:gd name="T3" fmla="*/ 2147483647 h 813"/>
                  <a:gd name="T4" fmla="*/ 2147483647 w 695"/>
                  <a:gd name="T5" fmla="*/ 2147483647 h 813"/>
                  <a:gd name="T6" fmla="*/ 2147483647 w 695"/>
                  <a:gd name="T7" fmla="*/ 0 h 813"/>
                  <a:gd name="T8" fmla="*/ 2147483647 w 695"/>
                  <a:gd name="T9" fmla="*/ 2147483647 h 813"/>
                  <a:gd name="T10" fmla="*/ 2147483647 w 695"/>
                  <a:gd name="T11" fmla="*/ 2147483647 h 813"/>
                  <a:gd name="T12" fmla="*/ 2147483647 w 695"/>
                  <a:gd name="T13" fmla="*/ 2147483647 h 813"/>
                  <a:gd name="T14" fmla="*/ 2147483647 w 695"/>
                  <a:gd name="T15" fmla="*/ 2147483647 h 813"/>
                  <a:gd name="T16" fmla="*/ 2147483647 w 695"/>
                  <a:gd name="T17" fmla="*/ 2147483647 h 813"/>
                  <a:gd name="T18" fmla="*/ 2147483647 w 695"/>
                  <a:gd name="T19" fmla="*/ 2147483647 h 813"/>
                  <a:gd name="T20" fmla="*/ 2147483647 w 695"/>
                  <a:gd name="T21" fmla="*/ 2147483647 h 813"/>
                  <a:gd name="T22" fmla="*/ 2147483647 w 695"/>
                  <a:gd name="T23" fmla="*/ 2147483647 h 813"/>
                  <a:gd name="T24" fmla="*/ 2147483647 w 695"/>
                  <a:gd name="T25" fmla="*/ 2147483647 h 813"/>
                  <a:gd name="T26" fmla="*/ 2147483647 w 695"/>
                  <a:gd name="T27" fmla="*/ 2147483647 h 813"/>
                  <a:gd name="T28" fmla="*/ 2147483647 w 695"/>
                  <a:gd name="T29" fmla="*/ 2147483647 h 813"/>
                  <a:gd name="T30" fmla="*/ 2147483647 w 695"/>
                  <a:gd name="T31" fmla="*/ 2147483647 h 813"/>
                  <a:gd name="T32" fmla="*/ 2147483647 w 695"/>
                  <a:gd name="T33" fmla="*/ 2147483647 h 813"/>
                  <a:gd name="T34" fmla="*/ 2147483647 w 695"/>
                  <a:gd name="T35" fmla="*/ 2147483647 h 813"/>
                  <a:gd name="T36" fmla="*/ 2147483647 w 695"/>
                  <a:gd name="T37" fmla="*/ 2147483647 h 813"/>
                  <a:gd name="T38" fmla="*/ 2147483647 w 695"/>
                  <a:gd name="T39" fmla="*/ 2147483647 h 813"/>
                  <a:gd name="T40" fmla="*/ 2147483647 w 695"/>
                  <a:gd name="T41" fmla="*/ 2147483647 h 813"/>
                  <a:gd name="T42" fmla="*/ 2147483647 w 695"/>
                  <a:gd name="T43" fmla="*/ 2147483647 h 813"/>
                  <a:gd name="T44" fmla="*/ 2147483647 w 695"/>
                  <a:gd name="T45" fmla="*/ 2147483647 h 813"/>
                  <a:gd name="T46" fmla="*/ 2147483647 w 695"/>
                  <a:gd name="T47" fmla="*/ 2147483647 h 813"/>
                  <a:gd name="T48" fmla="*/ 2147483647 w 695"/>
                  <a:gd name="T49" fmla="*/ 2147483647 h 813"/>
                  <a:gd name="T50" fmla="*/ 2147483647 w 695"/>
                  <a:gd name="T51" fmla="*/ 2147483647 h 813"/>
                  <a:gd name="T52" fmla="*/ 2147483647 w 695"/>
                  <a:gd name="T53" fmla="*/ 2147483647 h 813"/>
                  <a:gd name="T54" fmla="*/ 2147483647 w 695"/>
                  <a:gd name="T55" fmla="*/ 2147483647 h 813"/>
                  <a:gd name="T56" fmla="*/ 2147483647 w 695"/>
                  <a:gd name="T57" fmla="*/ 2147483647 h 813"/>
                  <a:gd name="T58" fmla="*/ 2147483647 w 695"/>
                  <a:gd name="T59" fmla="*/ 2147483647 h 813"/>
                  <a:gd name="T60" fmla="*/ 2147483647 w 695"/>
                  <a:gd name="T61" fmla="*/ 2147483647 h 813"/>
                  <a:gd name="T62" fmla="*/ 2147483647 w 695"/>
                  <a:gd name="T63" fmla="*/ 2147483647 h 813"/>
                  <a:gd name="T64" fmla="*/ 2147483647 w 695"/>
                  <a:gd name="T65" fmla="*/ 2147483647 h 813"/>
                  <a:gd name="T66" fmla="*/ 0 w 695"/>
                  <a:gd name="T67" fmla="*/ 2147483647 h 813"/>
                  <a:gd name="T68" fmla="*/ 2147483647 w 695"/>
                  <a:gd name="T69" fmla="*/ 2147483647 h 813"/>
                  <a:gd name="T70" fmla="*/ 2147483647 w 695"/>
                  <a:gd name="T71" fmla="*/ 2147483647 h 81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95"/>
                  <a:gd name="T109" fmla="*/ 0 h 813"/>
                  <a:gd name="T110" fmla="*/ 695 w 695"/>
                  <a:gd name="T111" fmla="*/ 813 h 81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95" h="813">
                    <a:moveTo>
                      <a:pt x="50" y="55"/>
                    </a:moveTo>
                    <a:lnTo>
                      <a:pt x="102" y="48"/>
                    </a:lnTo>
                    <a:lnTo>
                      <a:pt x="150" y="48"/>
                    </a:lnTo>
                    <a:lnTo>
                      <a:pt x="180" y="0"/>
                    </a:lnTo>
                    <a:lnTo>
                      <a:pt x="202" y="60"/>
                    </a:lnTo>
                    <a:lnTo>
                      <a:pt x="277" y="60"/>
                    </a:lnTo>
                    <a:lnTo>
                      <a:pt x="317" y="115"/>
                    </a:lnTo>
                    <a:lnTo>
                      <a:pt x="395" y="100"/>
                    </a:lnTo>
                    <a:lnTo>
                      <a:pt x="447" y="135"/>
                    </a:lnTo>
                    <a:lnTo>
                      <a:pt x="545" y="160"/>
                    </a:lnTo>
                    <a:lnTo>
                      <a:pt x="562" y="203"/>
                    </a:lnTo>
                    <a:lnTo>
                      <a:pt x="612" y="205"/>
                    </a:lnTo>
                    <a:lnTo>
                      <a:pt x="597" y="248"/>
                    </a:lnTo>
                    <a:lnTo>
                      <a:pt x="615" y="295"/>
                    </a:lnTo>
                    <a:lnTo>
                      <a:pt x="582" y="355"/>
                    </a:lnTo>
                    <a:lnTo>
                      <a:pt x="605" y="368"/>
                    </a:lnTo>
                    <a:lnTo>
                      <a:pt x="660" y="303"/>
                    </a:lnTo>
                    <a:lnTo>
                      <a:pt x="657" y="280"/>
                    </a:lnTo>
                    <a:lnTo>
                      <a:pt x="680" y="270"/>
                    </a:lnTo>
                    <a:lnTo>
                      <a:pt x="695" y="303"/>
                    </a:lnTo>
                    <a:lnTo>
                      <a:pt x="652" y="348"/>
                    </a:lnTo>
                    <a:lnTo>
                      <a:pt x="635" y="450"/>
                    </a:lnTo>
                    <a:lnTo>
                      <a:pt x="635" y="623"/>
                    </a:lnTo>
                    <a:lnTo>
                      <a:pt x="660" y="653"/>
                    </a:lnTo>
                    <a:lnTo>
                      <a:pt x="650" y="760"/>
                    </a:lnTo>
                    <a:lnTo>
                      <a:pt x="320" y="813"/>
                    </a:lnTo>
                    <a:lnTo>
                      <a:pt x="237" y="763"/>
                    </a:lnTo>
                    <a:lnTo>
                      <a:pt x="255" y="698"/>
                    </a:lnTo>
                    <a:lnTo>
                      <a:pt x="215" y="628"/>
                    </a:lnTo>
                    <a:lnTo>
                      <a:pt x="180" y="540"/>
                    </a:lnTo>
                    <a:lnTo>
                      <a:pt x="87" y="453"/>
                    </a:lnTo>
                    <a:lnTo>
                      <a:pt x="30" y="453"/>
                    </a:lnTo>
                    <a:lnTo>
                      <a:pt x="30" y="333"/>
                    </a:lnTo>
                    <a:lnTo>
                      <a:pt x="0" y="288"/>
                    </a:lnTo>
                    <a:lnTo>
                      <a:pt x="65" y="218"/>
                    </a:lnTo>
                    <a:lnTo>
                      <a:pt x="50" y="55"/>
                    </a:lnTo>
                    <a:close/>
                  </a:path>
                </a:pathLst>
              </a:custGeom>
              <a:solidFill>
                <a:srgbClr val="C5E2FF"/>
              </a:solidFill>
              <a:ln w="12700">
                <a:solidFill>
                  <a:srgbClr val="000000"/>
                </a:solidFill>
                <a:round/>
                <a:headEnd/>
                <a:tailEnd/>
              </a:ln>
            </p:spPr>
            <p:txBody>
              <a:bodyPr/>
              <a:lstStyle/>
              <a:p>
                <a:endParaRPr lang="en-US" dirty="0"/>
              </a:p>
            </p:txBody>
          </p:sp>
          <p:sp>
            <p:nvSpPr>
              <p:cNvPr id="167" name="Freeform 26"/>
              <p:cNvSpPr>
                <a:spLocks noChangeAspect="1"/>
              </p:cNvSpPr>
              <p:nvPr/>
            </p:nvSpPr>
            <p:spPr bwMode="auto">
              <a:xfrm rot="21486075">
                <a:off x="4257675" y="3430588"/>
                <a:ext cx="614363" cy="336550"/>
              </a:xfrm>
              <a:custGeom>
                <a:avLst/>
                <a:gdLst>
                  <a:gd name="T0" fmla="*/ 2147483647 w 807"/>
                  <a:gd name="T1" fmla="*/ 2147483647 h 525"/>
                  <a:gd name="T2" fmla="*/ 0 w 807"/>
                  <a:gd name="T3" fmla="*/ 2147483647 h 525"/>
                  <a:gd name="T4" fmla="*/ 2147483647 w 807"/>
                  <a:gd name="T5" fmla="*/ 2147483647 h 525"/>
                  <a:gd name="T6" fmla="*/ 2147483647 w 807"/>
                  <a:gd name="T7" fmla="*/ 2147483647 h 525"/>
                  <a:gd name="T8" fmla="*/ 2147483647 w 807"/>
                  <a:gd name="T9" fmla="*/ 2147483647 h 525"/>
                  <a:gd name="T10" fmla="*/ 2147483647 w 807"/>
                  <a:gd name="T11" fmla="*/ 2147483647 h 525"/>
                  <a:gd name="T12" fmla="*/ 2147483647 w 807"/>
                  <a:gd name="T13" fmla="*/ 2147483647 h 525"/>
                  <a:gd name="T14" fmla="*/ 2147483647 w 807"/>
                  <a:gd name="T15" fmla="*/ 2147483647 h 525"/>
                  <a:gd name="T16" fmla="*/ 2147483647 w 807"/>
                  <a:gd name="T17" fmla="*/ 2147483647 h 525"/>
                  <a:gd name="T18" fmla="*/ 2147483647 w 807"/>
                  <a:gd name="T19" fmla="*/ 2147483647 h 525"/>
                  <a:gd name="T20" fmla="*/ 2147483647 w 807"/>
                  <a:gd name="T21" fmla="*/ 2147483647 h 525"/>
                  <a:gd name="T22" fmla="*/ 2147483647 w 807"/>
                  <a:gd name="T23" fmla="*/ 2147483647 h 525"/>
                  <a:gd name="T24" fmla="*/ 2147483647 w 807"/>
                  <a:gd name="T25" fmla="*/ 2147483647 h 525"/>
                  <a:gd name="T26" fmla="*/ 2147483647 w 807"/>
                  <a:gd name="T27" fmla="*/ 2147483647 h 525"/>
                  <a:gd name="T28" fmla="*/ 2147483647 w 807"/>
                  <a:gd name="T29" fmla="*/ 0 h 525"/>
                  <a:gd name="T30" fmla="*/ 2147483647 w 807"/>
                  <a:gd name="T31" fmla="*/ 2147483647 h 525"/>
                  <a:gd name="T32" fmla="*/ 2147483647 w 807"/>
                  <a:gd name="T33" fmla="*/ 2147483647 h 525"/>
                  <a:gd name="T34" fmla="*/ 2147483647 w 807"/>
                  <a:gd name="T35" fmla="*/ 2147483647 h 5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7"/>
                  <a:gd name="T55" fmla="*/ 0 h 525"/>
                  <a:gd name="T56" fmla="*/ 807 w 807"/>
                  <a:gd name="T57" fmla="*/ 525 h 5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7" h="525">
                    <a:moveTo>
                      <a:pt x="12" y="27"/>
                    </a:moveTo>
                    <a:lnTo>
                      <a:pt x="0" y="120"/>
                    </a:lnTo>
                    <a:lnTo>
                      <a:pt x="17" y="217"/>
                    </a:lnTo>
                    <a:lnTo>
                      <a:pt x="92" y="417"/>
                    </a:lnTo>
                    <a:lnTo>
                      <a:pt x="135" y="525"/>
                    </a:lnTo>
                    <a:lnTo>
                      <a:pt x="610" y="500"/>
                    </a:lnTo>
                    <a:lnTo>
                      <a:pt x="687" y="525"/>
                    </a:lnTo>
                    <a:lnTo>
                      <a:pt x="735" y="422"/>
                    </a:lnTo>
                    <a:lnTo>
                      <a:pt x="717" y="350"/>
                    </a:lnTo>
                    <a:lnTo>
                      <a:pt x="797" y="335"/>
                    </a:lnTo>
                    <a:lnTo>
                      <a:pt x="807" y="220"/>
                    </a:lnTo>
                    <a:lnTo>
                      <a:pt x="760" y="170"/>
                    </a:lnTo>
                    <a:lnTo>
                      <a:pt x="677" y="120"/>
                    </a:lnTo>
                    <a:lnTo>
                      <a:pt x="695" y="50"/>
                    </a:lnTo>
                    <a:lnTo>
                      <a:pt x="660" y="0"/>
                    </a:lnTo>
                    <a:lnTo>
                      <a:pt x="482" y="7"/>
                    </a:lnTo>
                    <a:lnTo>
                      <a:pt x="302" y="15"/>
                    </a:lnTo>
                    <a:lnTo>
                      <a:pt x="12" y="27"/>
                    </a:lnTo>
                    <a:close/>
                  </a:path>
                </a:pathLst>
              </a:custGeom>
              <a:solidFill>
                <a:srgbClr val="C5E2FF"/>
              </a:solidFill>
              <a:ln w="12700">
                <a:solidFill>
                  <a:srgbClr val="000000"/>
                </a:solidFill>
                <a:round/>
                <a:headEnd/>
                <a:tailEnd/>
              </a:ln>
            </p:spPr>
            <p:txBody>
              <a:bodyPr/>
              <a:lstStyle/>
              <a:p>
                <a:endParaRPr lang="en-US" dirty="0"/>
              </a:p>
            </p:txBody>
          </p:sp>
          <p:sp>
            <p:nvSpPr>
              <p:cNvPr id="168" name="Freeform 27"/>
              <p:cNvSpPr>
                <a:spLocks noChangeAspect="1"/>
              </p:cNvSpPr>
              <p:nvPr/>
            </p:nvSpPr>
            <p:spPr bwMode="auto">
              <a:xfrm rot="21486075">
                <a:off x="4779963" y="2925763"/>
                <a:ext cx="569912" cy="207962"/>
              </a:xfrm>
              <a:custGeom>
                <a:avLst/>
                <a:gdLst>
                  <a:gd name="T0" fmla="*/ 0 w 748"/>
                  <a:gd name="T1" fmla="*/ 2147483647 h 323"/>
                  <a:gd name="T2" fmla="*/ 2147483647 w 748"/>
                  <a:gd name="T3" fmla="*/ 0 h 323"/>
                  <a:gd name="T4" fmla="*/ 2147483647 w 748"/>
                  <a:gd name="T5" fmla="*/ 2147483647 h 323"/>
                  <a:gd name="T6" fmla="*/ 2147483647 w 748"/>
                  <a:gd name="T7" fmla="*/ 2147483647 h 323"/>
                  <a:gd name="T8" fmla="*/ 2147483647 w 748"/>
                  <a:gd name="T9" fmla="*/ 2147483647 h 323"/>
                  <a:gd name="T10" fmla="*/ 2147483647 w 748"/>
                  <a:gd name="T11" fmla="*/ 2147483647 h 323"/>
                  <a:gd name="T12" fmla="*/ 2147483647 w 748"/>
                  <a:gd name="T13" fmla="*/ 2147483647 h 323"/>
                  <a:gd name="T14" fmla="*/ 2147483647 w 748"/>
                  <a:gd name="T15" fmla="*/ 2147483647 h 323"/>
                  <a:gd name="T16" fmla="*/ 2147483647 w 748"/>
                  <a:gd name="T17" fmla="*/ 2147483647 h 323"/>
                  <a:gd name="T18" fmla="*/ 2147483647 w 748"/>
                  <a:gd name="T19" fmla="*/ 2147483647 h 323"/>
                  <a:gd name="T20" fmla="*/ 2147483647 w 748"/>
                  <a:gd name="T21" fmla="*/ 2147483647 h 323"/>
                  <a:gd name="T22" fmla="*/ 2147483647 w 748"/>
                  <a:gd name="T23" fmla="*/ 2147483647 h 323"/>
                  <a:gd name="T24" fmla="*/ 2147483647 w 748"/>
                  <a:gd name="T25" fmla="*/ 2147483647 h 323"/>
                  <a:gd name="T26" fmla="*/ 2147483647 w 748"/>
                  <a:gd name="T27" fmla="*/ 2147483647 h 323"/>
                  <a:gd name="T28" fmla="*/ 2147483647 w 748"/>
                  <a:gd name="T29" fmla="*/ 2147483647 h 323"/>
                  <a:gd name="T30" fmla="*/ 2147483647 w 748"/>
                  <a:gd name="T31" fmla="*/ 2147483647 h 323"/>
                  <a:gd name="T32" fmla="*/ 2147483647 w 748"/>
                  <a:gd name="T33" fmla="*/ 2147483647 h 323"/>
                  <a:gd name="T34" fmla="*/ 2147483647 w 748"/>
                  <a:gd name="T35" fmla="*/ 2147483647 h 323"/>
                  <a:gd name="T36" fmla="*/ 2147483647 w 748"/>
                  <a:gd name="T37" fmla="*/ 2147483647 h 323"/>
                  <a:gd name="T38" fmla="*/ 2147483647 w 748"/>
                  <a:gd name="T39" fmla="*/ 2147483647 h 323"/>
                  <a:gd name="T40" fmla="*/ 2147483647 w 748"/>
                  <a:gd name="T41" fmla="*/ 2147483647 h 323"/>
                  <a:gd name="T42" fmla="*/ 2147483647 w 748"/>
                  <a:gd name="T43" fmla="*/ 2147483647 h 323"/>
                  <a:gd name="T44" fmla="*/ 2147483647 w 748"/>
                  <a:gd name="T45" fmla="*/ 2147483647 h 323"/>
                  <a:gd name="T46" fmla="*/ 2147483647 w 748"/>
                  <a:gd name="T47" fmla="*/ 2147483647 h 323"/>
                  <a:gd name="T48" fmla="*/ 0 w 748"/>
                  <a:gd name="T49" fmla="*/ 2147483647 h 32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8"/>
                  <a:gd name="T76" fmla="*/ 0 h 323"/>
                  <a:gd name="T77" fmla="*/ 748 w 748"/>
                  <a:gd name="T78" fmla="*/ 323 h 32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8" h="323">
                    <a:moveTo>
                      <a:pt x="0" y="178"/>
                    </a:moveTo>
                    <a:lnTo>
                      <a:pt x="168" y="0"/>
                    </a:lnTo>
                    <a:lnTo>
                      <a:pt x="138" y="73"/>
                    </a:lnTo>
                    <a:lnTo>
                      <a:pt x="160" y="95"/>
                    </a:lnTo>
                    <a:lnTo>
                      <a:pt x="213" y="65"/>
                    </a:lnTo>
                    <a:lnTo>
                      <a:pt x="328" y="110"/>
                    </a:lnTo>
                    <a:lnTo>
                      <a:pt x="378" y="73"/>
                    </a:lnTo>
                    <a:lnTo>
                      <a:pt x="533" y="53"/>
                    </a:lnTo>
                    <a:lnTo>
                      <a:pt x="563" y="98"/>
                    </a:lnTo>
                    <a:lnTo>
                      <a:pt x="623" y="88"/>
                    </a:lnTo>
                    <a:lnTo>
                      <a:pt x="740" y="135"/>
                    </a:lnTo>
                    <a:lnTo>
                      <a:pt x="748" y="170"/>
                    </a:lnTo>
                    <a:lnTo>
                      <a:pt x="620" y="200"/>
                    </a:lnTo>
                    <a:lnTo>
                      <a:pt x="583" y="178"/>
                    </a:lnTo>
                    <a:lnTo>
                      <a:pt x="518" y="185"/>
                    </a:lnTo>
                    <a:lnTo>
                      <a:pt x="443" y="230"/>
                    </a:lnTo>
                    <a:lnTo>
                      <a:pt x="408" y="233"/>
                    </a:lnTo>
                    <a:lnTo>
                      <a:pt x="380" y="200"/>
                    </a:lnTo>
                    <a:lnTo>
                      <a:pt x="338" y="320"/>
                    </a:lnTo>
                    <a:lnTo>
                      <a:pt x="290" y="323"/>
                    </a:lnTo>
                    <a:lnTo>
                      <a:pt x="270" y="275"/>
                    </a:lnTo>
                    <a:lnTo>
                      <a:pt x="170" y="253"/>
                    </a:lnTo>
                    <a:lnTo>
                      <a:pt x="123" y="218"/>
                    </a:lnTo>
                    <a:lnTo>
                      <a:pt x="40" y="230"/>
                    </a:lnTo>
                    <a:lnTo>
                      <a:pt x="0" y="178"/>
                    </a:lnTo>
                    <a:close/>
                  </a:path>
                </a:pathLst>
              </a:custGeom>
              <a:solidFill>
                <a:srgbClr val="C5E2FF"/>
              </a:solidFill>
              <a:ln w="12700">
                <a:solidFill>
                  <a:srgbClr val="000000"/>
                </a:solidFill>
                <a:round/>
                <a:headEnd/>
                <a:tailEnd/>
              </a:ln>
            </p:spPr>
            <p:txBody>
              <a:bodyPr/>
              <a:lstStyle/>
              <a:p>
                <a:endParaRPr lang="en-US" dirty="0"/>
              </a:p>
            </p:txBody>
          </p:sp>
          <p:sp>
            <p:nvSpPr>
              <p:cNvPr id="169" name="Freeform 28"/>
              <p:cNvSpPr>
                <a:spLocks noChangeAspect="1"/>
              </p:cNvSpPr>
              <p:nvPr/>
            </p:nvSpPr>
            <p:spPr bwMode="auto">
              <a:xfrm rot="21486075">
                <a:off x="5183188" y="3060700"/>
                <a:ext cx="407987" cy="466725"/>
              </a:xfrm>
              <a:custGeom>
                <a:avLst/>
                <a:gdLst>
                  <a:gd name="T0" fmla="*/ 2147483647 w 535"/>
                  <a:gd name="T1" fmla="*/ 2147483647 h 725"/>
                  <a:gd name="T2" fmla="*/ 2147483647 w 535"/>
                  <a:gd name="T3" fmla="*/ 2147483647 h 725"/>
                  <a:gd name="T4" fmla="*/ 2147483647 w 535"/>
                  <a:gd name="T5" fmla="*/ 2147483647 h 725"/>
                  <a:gd name="T6" fmla="*/ 2147483647 w 535"/>
                  <a:gd name="T7" fmla="*/ 2147483647 h 725"/>
                  <a:gd name="T8" fmla="*/ 2147483647 w 535"/>
                  <a:gd name="T9" fmla="*/ 2147483647 h 725"/>
                  <a:gd name="T10" fmla="*/ 2147483647 w 535"/>
                  <a:gd name="T11" fmla="*/ 2147483647 h 725"/>
                  <a:gd name="T12" fmla="*/ 0 w 535"/>
                  <a:gd name="T13" fmla="*/ 2147483647 h 725"/>
                  <a:gd name="T14" fmla="*/ 2147483647 w 535"/>
                  <a:gd name="T15" fmla="*/ 2147483647 h 725"/>
                  <a:gd name="T16" fmla="*/ 2147483647 w 535"/>
                  <a:gd name="T17" fmla="*/ 2147483647 h 725"/>
                  <a:gd name="T18" fmla="*/ 2147483647 w 535"/>
                  <a:gd name="T19" fmla="*/ 2147483647 h 725"/>
                  <a:gd name="T20" fmla="*/ 2147483647 w 535"/>
                  <a:gd name="T21" fmla="*/ 2147483647 h 725"/>
                  <a:gd name="T22" fmla="*/ 2147483647 w 535"/>
                  <a:gd name="T23" fmla="*/ 2147483647 h 725"/>
                  <a:gd name="T24" fmla="*/ 2147483647 w 535"/>
                  <a:gd name="T25" fmla="*/ 2147483647 h 725"/>
                  <a:gd name="T26" fmla="*/ 2147483647 w 535"/>
                  <a:gd name="T27" fmla="*/ 2147483647 h 725"/>
                  <a:gd name="T28" fmla="*/ 2147483647 w 535"/>
                  <a:gd name="T29" fmla="*/ 2147483647 h 725"/>
                  <a:gd name="T30" fmla="*/ 2147483647 w 535"/>
                  <a:gd name="T31" fmla="*/ 2147483647 h 725"/>
                  <a:gd name="T32" fmla="*/ 2147483647 w 535"/>
                  <a:gd name="T33" fmla="*/ 2147483647 h 725"/>
                  <a:gd name="T34" fmla="*/ 2147483647 w 535"/>
                  <a:gd name="T35" fmla="*/ 2147483647 h 725"/>
                  <a:gd name="T36" fmla="*/ 2147483647 w 535"/>
                  <a:gd name="T37" fmla="*/ 2147483647 h 725"/>
                  <a:gd name="T38" fmla="*/ 2147483647 w 535"/>
                  <a:gd name="T39" fmla="*/ 2147483647 h 725"/>
                  <a:gd name="T40" fmla="*/ 2147483647 w 535"/>
                  <a:gd name="T41" fmla="*/ 2147483647 h 725"/>
                  <a:gd name="T42" fmla="*/ 2147483647 w 535"/>
                  <a:gd name="T43" fmla="*/ 2147483647 h 725"/>
                  <a:gd name="T44" fmla="*/ 2147483647 w 535"/>
                  <a:gd name="T45" fmla="*/ 2147483647 h 725"/>
                  <a:gd name="T46" fmla="*/ 2147483647 w 535"/>
                  <a:gd name="T47" fmla="*/ 2147483647 h 725"/>
                  <a:gd name="T48" fmla="*/ 2147483647 w 535"/>
                  <a:gd name="T49" fmla="*/ 2147483647 h 725"/>
                  <a:gd name="T50" fmla="*/ 2147483647 w 535"/>
                  <a:gd name="T51" fmla="*/ 2147483647 h 725"/>
                  <a:gd name="T52" fmla="*/ 2147483647 w 535"/>
                  <a:gd name="T53" fmla="*/ 2147483647 h 725"/>
                  <a:gd name="T54" fmla="*/ 2147483647 w 535"/>
                  <a:gd name="T55" fmla="*/ 2147483647 h 725"/>
                  <a:gd name="T56" fmla="*/ 2147483647 w 535"/>
                  <a:gd name="T57" fmla="*/ 2147483647 h 725"/>
                  <a:gd name="T58" fmla="*/ 2147483647 w 535"/>
                  <a:gd name="T59" fmla="*/ 2147483647 h 725"/>
                  <a:gd name="T60" fmla="*/ 2147483647 w 535"/>
                  <a:gd name="T61" fmla="*/ 2147483647 h 725"/>
                  <a:gd name="T62" fmla="*/ 2147483647 w 535"/>
                  <a:gd name="T63" fmla="*/ 2147483647 h 725"/>
                  <a:gd name="T64" fmla="*/ 2147483647 w 535"/>
                  <a:gd name="T65" fmla="*/ 2147483647 h 725"/>
                  <a:gd name="T66" fmla="*/ 2147483647 w 535"/>
                  <a:gd name="T67" fmla="*/ 2147483647 h 725"/>
                  <a:gd name="T68" fmla="*/ 2147483647 w 535"/>
                  <a:gd name="T69" fmla="*/ 2147483647 h 725"/>
                  <a:gd name="T70" fmla="*/ 2147483647 w 535"/>
                  <a:gd name="T71" fmla="*/ 2147483647 h 725"/>
                  <a:gd name="T72" fmla="*/ 2147483647 w 535"/>
                  <a:gd name="T73" fmla="*/ 2147483647 h 725"/>
                  <a:gd name="T74" fmla="*/ 2147483647 w 535"/>
                  <a:gd name="T75" fmla="*/ 2147483647 h 725"/>
                  <a:gd name="T76" fmla="*/ 2147483647 w 535"/>
                  <a:gd name="T77" fmla="*/ 2147483647 h 725"/>
                  <a:gd name="T78" fmla="*/ 2147483647 w 535"/>
                  <a:gd name="T79" fmla="*/ 2147483647 h 725"/>
                  <a:gd name="T80" fmla="*/ 2147483647 w 535"/>
                  <a:gd name="T81" fmla="*/ 2147483647 h 725"/>
                  <a:gd name="T82" fmla="*/ 2147483647 w 535"/>
                  <a:gd name="T83" fmla="*/ 0 h 725"/>
                  <a:gd name="T84" fmla="*/ 2147483647 w 535"/>
                  <a:gd name="T85" fmla="*/ 2147483647 h 72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35"/>
                  <a:gd name="T130" fmla="*/ 0 h 725"/>
                  <a:gd name="T131" fmla="*/ 535 w 535"/>
                  <a:gd name="T132" fmla="*/ 725 h 72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35" h="725">
                    <a:moveTo>
                      <a:pt x="135" y="30"/>
                    </a:moveTo>
                    <a:lnTo>
                      <a:pt x="155" y="75"/>
                    </a:lnTo>
                    <a:lnTo>
                      <a:pt x="117" y="102"/>
                    </a:lnTo>
                    <a:lnTo>
                      <a:pt x="115" y="217"/>
                    </a:lnTo>
                    <a:lnTo>
                      <a:pt x="95" y="142"/>
                    </a:lnTo>
                    <a:lnTo>
                      <a:pt x="17" y="215"/>
                    </a:lnTo>
                    <a:lnTo>
                      <a:pt x="0" y="422"/>
                    </a:lnTo>
                    <a:lnTo>
                      <a:pt x="50" y="525"/>
                    </a:lnTo>
                    <a:lnTo>
                      <a:pt x="55" y="577"/>
                    </a:lnTo>
                    <a:lnTo>
                      <a:pt x="57" y="620"/>
                    </a:lnTo>
                    <a:lnTo>
                      <a:pt x="55" y="657"/>
                    </a:lnTo>
                    <a:lnTo>
                      <a:pt x="45" y="725"/>
                    </a:lnTo>
                    <a:lnTo>
                      <a:pt x="255" y="712"/>
                    </a:lnTo>
                    <a:lnTo>
                      <a:pt x="532" y="687"/>
                    </a:lnTo>
                    <a:lnTo>
                      <a:pt x="482" y="672"/>
                    </a:lnTo>
                    <a:lnTo>
                      <a:pt x="455" y="635"/>
                    </a:lnTo>
                    <a:lnTo>
                      <a:pt x="497" y="602"/>
                    </a:lnTo>
                    <a:lnTo>
                      <a:pt x="497" y="562"/>
                    </a:lnTo>
                    <a:lnTo>
                      <a:pt x="477" y="527"/>
                    </a:lnTo>
                    <a:lnTo>
                      <a:pt x="497" y="502"/>
                    </a:lnTo>
                    <a:lnTo>
                      <a:pt x="535" y="505"/>
                    </a:lnTo>
                    <a:lnTo>
                      <a:pt x="527" y="405"/>
                    </a:lnTo>
                    <a:lnTo>
                      <a:pt x="517" y="345"/>
                    </a:lnTo>
                    <a:lnTo>
                      <a:pt x="495" y="307"/>
                    </a:lnTo>
                    <a:lnTo>
                      <a:pt x="472" y="285"/>
                    </a:lnTo>
                    <a:lnTo>
                      <a:pt x="437" y="277"/>
                    </a:lnTo>
                    <a:lnTo>
                      <a:pt x="405" y="277"/>
                    </a:lnTo>
                    <a:lnTo>
                      <a:pt x="370" y="325"/>
                    </a:lnTo>
                    <a:lnTo>
                      <a:pt x="347" y="340"/>
                    </a:lnTo>
                    <a:lnTo>
                      <a:pt x="332" y="345"/>
                    </a:lnTo>
                    <a:lnTo>
                      <a:pt x="315" y="337"/>
                    </a:lnTo>
                    <a:lnTo>
                      <a:pt x="310" y="315"/>
                    </a:lnTo>
                    <a:lnTo>
                      <a:pt x="315" y="300"/>
                    </a:lnTo>
                    <a:lnTo>
                      <a:pt x="330" y="285"/>
                    </a:lnTo>
                    <a:lnTo>
                      <a:pt x="345" y="277"/>
                    </a:lnTo>
                    <a:lnTo>
                      <a:pt x="360" y="275"/>
                    </a:lnTo>
                    <a:lnTo>
                      <a:pt x="360" y="247"/>
                    </a:lnTo>
                    <a:lnTo>
                      <a:pt x="400" y="217"/>
                    </a:lnTo>
                    <a:lnTo>
                      <a:pt x="360" y="122"/>
                    </a:lnTo>
                    <a:lnTo>
                      <a:pt x="360" y="77"/>
                    </a:lnTo>
                    <a:lnTo>
                      <a:pt x="292" y="60"/>
                    </a:lnTo>
                    <a:lnTo>
                      <a:pt x="195" y="0"/>
                    </a:lnTo>
                    <a:lnTo>
                      <a:pt x="135" y="30"/>
                    </a:lnTo>
                    <a:close/>
                  </a:path>
                </a:pathLst>
              </a:custGeom>
              <a:solidFill>
                <a:srgbClr val="C5E2FF"/>
              </a:solidFill>
              <a:ln w="12700">
                <a:solidFill>
                  <a:srgbClr val="000000"/>
                </a:solidFill>
                <a:round/>
                <a:headEnd/>
                <a:tailEnd/>
              </a:ln>
            </p:spPr>
            <p:txBody>
              <a:bodyPr/>
              <a:lstStyle/>
              <a:p>
                <a:endParaRPr lang="en-US" dirty="0"/>
              </a:p>
            </p:txBody>
          </p:sp>
          <p:sp>
            <p:nvSpPr>
              <p:cNvPr id="170" name="Freeform 29"/>
              <p:cNvSpPr>
                <a:spLocks noChangeAspect="1"/>
              </p:cNvSpPr>
              <p:nvPr/>
            </p:nvSpPr>
            <p:spPr bwMode="auto">
              <a:xfrm rot="21486075">
                <a:off x="4756150" y="3487738"/>
                <a:ext cx="441325" cy="615950"/>
              </a:xfrm>
              <a:custGeom>
                <a:avLst/>
                <a:gdLst>
                  <a:gd name="T0" fmla="*/ 2147483647 w 580"/>
                  <a:gd name="T1" fmla="*/ 2147483647 h 958"/>
                  <a:gd name="T2" fmla="*/ 2147483647 w 580"/>
                  <a:gd name="T3" fmla="*/ 0 h 958"/>
                  <a:gd name="T4" fmla="*/ 2147483647 w 580"/>
                  <a:gd name="T5" fmla="*/ 2147483647 h 958"/>
                  <a:gd name="T6" fmla="*/ 2147483647 w 580"/>
                  <a:gd name="T7" fmla="*/ 2147483647 h 958"/>
                  <a:gd name="T8" fmla="*/ 2147483647 w 580"/>
                  <a:gd name="T9" fmla="*/ 2147483647 h 958"/>
                  <a:gd name="T10" fmla="*/ 2147483647 w 580"/>
                  <a:gd name="T11" fmla="*/ 2147483647 h 958"/>
                  <a:gd name="T12" fmla="*/ 2147483647 w 580"/>
                  <a:gd name="T13" fmla="*/ 2147483647 h 958"/>
                  <a:gd name="T14" fmla="*/ 2147483647 w 580"/>
                  <a:gd name="T15" fmla="*/ 2147483647 h 958"/>
                  <a:gd name="T16" fmla="*/ 2147483647 w 580"/>
                  <a:gd name="T17" fmla="*/ 2147483647 h 958"/>
                  <a:gd name="T18" fmla="*/ 2147483647 w 580"/>
                  <a:gd name="T19" fmla="*/ 2147483647 h 958"/>
                  <a:gd name="T20" fmla="*/ 2147483647 w 580"/>
                  <a:gd name="T21" fmla="*/ 2147483647 h 958"/>
                  <a:gd name="T22" fmla="*/ 2147483647 w 580"/>
                  <a:gd name="T23" fmla="*/ 2147483647 h 958"/>
                  <a:gd name="T24" fmla="*/ 2147483647 w 580"/>
                  <a:gd name="T25" fmla="*/ 2147483647 h 958"/>
                  <a:gd name="T26" fmla="*/ 2147483647 w 580"/>
                  <a:gd name="T27" fmla="*/ 2147483647 h 958"/>
                  <a:gd name="T28" fmla="*/ 2147483647 w 580"/>
                  <a:gd name="T29" fmla="*/ 2147483647 h 958"/>
                  <a:gd name="T30" fmla="*/ 2147483647 w 580"/>
                  <a:gd name="T31" fmla="*/ 2147483647 h 958"/>
                  <a:gd name="T32" fmla="*/ 2147483647 w 580"/>
                  <a:gd name="T33" fmla="*/ 2147483647 h 958"/>
                  <a:gd name="T34" fmla="*/ 0 w 580"/>
                  <a:gd name="T35" fmla="*/ 2147483647 h 958"/>
                  <a:gd name="T36" fmla="*/ 2147483647 w 580"/>
                  <a:gd name="T37" fmla="*/ 2147483647 h 958"/>
                  <a:gd name="T38" fmla="*/ 2147483647 w 580"/>
                  <a:gd name="T39" fmla="*/ 2147483647 h 958"/>
                  <a:gd name="T40" fmla="*/ 2147483647 w 580"/>
                  <a:gd name="T41" fmla="*/ 2147483647 h 958"/>
                  <a:gd name="T42" fmla="*/ 2147483647 w 580"/>
                  <a:gd name="T43" fmla="*/ 2147483647 h 958"/>
                  <a:gd name="T44" fmla="*/ 2147483647 w 580"/>
                  <a:gd name="T45" fmla="*/ 2147483647 h 9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80"/>
                  <a:gd name="T70" fmla="*/ 0 h 958"/>
                  <a:gd name="T71" fmla="*/ 580 w 580"/>
                  <a:gd name="T72" fmla="*/ 958 h 9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80" h="958">
                    <a:moveTo>
                      <a:pt x="108" y="55"/>
                    </a:moveTo>
                    <a:lnTo>
                      <a:pt x="440" y="0"/>
                    </a:lnTo>
                    <a:lnTo>
                      <a:pt x="493" y="118"/>
                    </a:lnTo>
                    <a:lnTo>
                      <a:pt x="560" y="608"/>
                    </a:lnTo>
                    <a:lnTo>
                      <a:pt x="580" y="673"/>
                    </a:lnTo>
                    <a:lnTo>
                      <a:pt x="528" y="803"/>
                    </a:lnTo>
                    <a:lnTo>
                      <a:pt x="528" y="893"/>
                    </a:lnTo>
                    <a:lnTo>
                      <a:pt x="468" y="883"/>
                    </a:lnTo>
                    <a:lnTo>
                      <a:pt x="470" y="958"/>
                    </a:lnTo>
                    <a:lnTo>
                      <a:pt x="408" y="928"/>
                    </a:lnTo>
                    <a:lnTo>
                      <a:pt x="375" y="938"/>
                    </a:lnTo>
                    <a:lnTo>
                      <a:pt x="328" y="930"/>
                    </a:lnTo>
                    <a:lnTo>
                      <a:pt x="293" y="815"/>
                    </a:lnTo>
                    <a:lnTo>
                      <a:pt x="225" y="780"/>
                    </a:lnTo>
                    <a:lnTo>
                      <a:pt x="225" y="658"/>
                    </a:lnTo>
                    <a:lnTo>
                      <a:pt x="158" y="673"/>
                    </a:lnTo>
                    <a:lnTo>
                      <a:pt x="120" y="583"/>
                    </a:lnTo>
                    <a:lnTo>
                      <a:pt x="0" y="478"/>
                    </a:lnTo>
                    <a:lnTo>
                      <a:pt x="88" y="313"/>
                    </a:lnTo>
                    <a:lnTo>
                      <a:pt x="63" y="235"/>
                    </a:lnTo>
                    <a:lnTo>
                      <a:pt x="150" y="220"/>
                    </a:lnTo>
                    <a:lnTo>
                      <a:pt x="158" y="113"/>
                    </a:lnTo>
                    <a:lnTo>
                      <a:pt x="108" y="55"/>
                    </a:lnTo>
                    <a:close/>
                  </a:path>
                </a:pathLst>
              </a:custGeom>
              <a:solidFill>
                <a:srgbClr val="C5E2FF"/>
              </a:solidFill>
              <a:ln w="12700">
                <a:solidFill>
                  <a:srgbClr val="000000"/>
                </a:solidFill>
                <a:round/>
                <a:headEnd/>
                <a:tailEnd/>
              </a:ln>
            </p:spPr>
            <p:txBody>
              <a:bodyPr/>
              <a:lstStyle/>
              <a:p>
                <a:endParaRPr lang="en-US" dirty="0"/>
              </a:p>
            </p:txBody>
          </p:sp>
          <p:sp>
            <p:nvSpPr>
              <p:cNvPr id="171" name="Freeform 30"/>
              <p:cNvSpPr>
                <a:spLocks noChangeAspect="1"/>
              </p:cNvSpPr>
              <p:nvPr/>
            </p:nvSpPr>
            <p:spPr bwMode="auto">
              <a:xfrm rot="21486075">
                <a:off x="4370388" y="3746500"/>
                <a:ext cx="700087" cy="487363"/>
              </a:xfrm>
              <a:custGeom>
                <a:avLst/>
                <a:gdLst>
                  <a:gd name="T0" fmla="*/ 0 w 920"/>
                  <a:gd name="T1" fmla="*/ 2147483647 h 757"/>
                  <a:gd name="T2" fmla="*/ 2147483647 w 920"/>
                  <a:gd name="T3" fmla="*/ 0 h 757"/>
                  <a:gd name="T4" fmla="*/ 2147483647 w 920"/>
                  <a:gd name="T5" fmla="*/ 0 h 757"/>
                  <a:gd name="T6" fmla="*/ 2147483647 w 920"/>
                  <a:gd name="T7" fmla="*/ 2147483647 h 757"/>
                  <a:gd name="T8" fmla="*/ 2147483647 w 920"/>
                  <a:gd name="T9" fmla="*/ 2147483647 h 757"/>
                  <a:gd name="T10" fmla="*/ 2147483647 w 920"/>
                  <a:gd name="T11" fmla="*/ 2147483647 h 757"/>
                  <a:gd name="T12" fmla="*/ 2147483647 w 920"/>
                  <a:gd name="T13" fmla="*/ 2147483647 h 757"/>
                  <a:gd name="T14" fmla="*/ 2147483647 w 920"/>
                  <a:gd name="T15" fmla="*/ 2147483647 h 757"/>
                  <a:gd name="T16" fmla="*/ 2147483647 w 920"/>
                  <a:gd name="T17" fmla="*/ 2147483647 h 757"/>
                  <a:gd name="T18" fmla="*/ 2147483647 w 920"/>
                  <a:gd name="T19" fmla="*/ 2147483647 h 757"/>
                  <a:gd name="T20" fmla="*/ 2147483647 w 920"/>
                  <a:gd name="T21" fmla="*/ 2147483647 h 757"/>
                  <a:gd name="T22" fmla="*/ 2147483647 w 920"/>
                  <a:gd name="T23" fmla="*/ 2147483647 h 757"/>
                  <a:gd name="T24" fmla="*/ 2147483647 w 920"/>
                  <a:gd name="T25" fmla="*/ 2147483647 h 757"/>
                  <a:gd name="T26" fmla="*/ 2147483647 w 920"/>
                  <a:gd name="T27" fmla="*/ 2147483647 h 757"/>
                  <a:gd name="T28" fmla="*/ 2147483647 w 920"/>
                  <a:gd name="T29" fmla="*/ 2147483647 h 757"/>
                  <a:gd name="T30" fmla="*/ 2147483647 w 920"/>
                  <a:gd name="T31" fmla="*/ 2147483647 h 757"/>
                  <a:gd name="T32" fmla="*/ 2147483647 w 920"/>
                  <a:gd name="T33" fmla="*/ 2147483647 h 757"/>
                  <a:gd name="T34" fmla="*/ 2147483647 w 920"/>
                  <a:gd name="T35" fmla="*/ 2147483647 h 757"/>
                  <a:gd name="T36" fmla="*/ 2147483647 w 920"/>
                  <a:gd name="T37" fmla="*/ 2147483647 h 757"/>
                  <a:gd name="T38" fmla="*/ 2147483647 w 920"/>
                  <a:gd name="T39" fmla="*/ 2147483647 h 757"/>
                  <a:gd name="T40" fmla="*/ 2147483647 w 920"/>
                  <a:gd name="T41" fmla="*/ 2147483647 h 757"/>
                  <a:gd name="T42" fmla="*/ 2147483647 w 920"/>
                  <a:gd name="T43" fmla="*/ 2147483647 h 757"/>
                  <a:gd name="T44" fmla="*/ 2147483647 w 920"/>
                  <a:gd name="T45" fmla="*/ 2147483647 h 757"/>
                  <a:gd name="T46" fmla="*/ 2147483647 w 920"/>
                  <a:gd name="T47" fmla="*/ 2147483647 h 757"/>
                  <a:gd name="T48" fmla="*/ 2147483647 w 920"/>
                  <a:gd name="T49" fmla="*/ 2147483647 h 757"/>
                  <a:gd name="T50" fmla="*/ 0 w 920"/>
                  <a:gd name="T51" fmla="*/ 2147483647 h 75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20"/>
                  <a:gd name="T79" fmla="*/ 0 h 757"/>
                  <a:gd name="T80" fmla="*/ 920 w 920"/>
                  <a:gd name="T81" fmla="*/ 757 h 75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20" h="757">
                    <a:moveTo>
                      <a:pt x="0" y="25"/>
                    </a:moveTo>
                    <a:lnTo>
                      <a:pt x="403" y="0"/>
                    </a:lnTo>
                    <a:lnTo>
                      <a:pt x="488" y="0"/>
                    </a:lnTo>
                    <a:lnTo>
                      <a:pt x="553" y="22"/>
                    </a:lnTo>
                    <a:lnTo>
                      <a:pt x="518" y="87"/>
                    </a:lnTo>
                    <a:lnTo>
                      <a:pt x="635" y="195"/>
                    </a:lnTo>
                    <a:lnTo>
                      <a:pt x="673" y="285"/>
                    </a:lnTo>
                    <a:lnTo>
                      <a:pt x="743" y="262"/>
                    </a:lnTo>
                    <a:lnTo>
                      <a:pt x="740" y="390"/>
                    </a:lnTo>
                    <a:lnTo>
                      <a:pt x="810" y="427"/>
                    </a:lnTo>
                    <a:lnTo>
                      <a:pt x="843" y="540"/>
                    </a:lnTo>
                    <a:lnTo>
                      <a:pt x="893" y="550"/>
                    </a:lnTo>
                    <a:lnTo>
                      <a:pt x="920" y="597"/>
                    </a:lnTo>
                    <a:lnTo>
                      <a:pt x="858" y="662"/>
                    </a:lnTo>
                    <a:lnTo>
                      <a:pt x="838" y="737"/>
                    </a:lnTo>
                    <a:lnTo>
                      <a:pt x="750" y="757"/>
                    </a:lnTo>
                    <a:lnTo>
                      <a:pt x="773" y="675"/>
                    </a:lnTo>
                    <a:lnTo>
                      <a:pt x="428" y="705"/>
                    </a:lnTo>
                    <a:lnTo>
                      <a:pt x="180" y="735"/>
                    </a:lnTo>
                    <a:lnTo>
                      <a:pt x="165" y="655"/>
                    </a:lnTo>
                    <a:lnTo>
                      <a:pt x="148" y="412"/>
                    </a:lnTo>
                    <a:lnTo>
                      <a:pt x="145" y="280"/>
                    </a:lnTo>
                    <a:lnTo>
                      <a:pt x="63" y="220"/>
                    </a:lnTo>
                    <a:lnTo>
                      <a:pt x="93" y="165"/>
                    </a:lnTo>
                    <a:lnTo>
                      <a:pt x="53" y="135"/>
                    </a:lnTo>
                    <a:lnTo>
                      <a:pt x="0" y="25"/>
                    </a:lnTo>
                    <a:close/>
                  </a:path>
                </a:pathLst>
              </a:custGeom>
              <a:solidFill>
                <a:srgbClr val="C5E2FF"/>
              </a:solidFill>
              <a:ln w="12700">
                <a:solidFill>
                  <a:srgbClr val="000000"/>
                </a:solidFill>
                <a:round/>
                <a:headEnd/>
                <a:tailEnd/>
              </a:ln>
            </p:spPr>
            <p:txBody>
              <a:bodyPr/>
              <a:lstStyle/>
              <a:p>
                <a:endParaRPr lang="en-US" dirty="0"/>
              </a:p>
            </p:txBody>
          </p:sp>
          <p:sp>
            <p:nvSpPr>
              <p:cNvPr id="172" name="Freeform 31"/>
              <p:cNvSpPr>
                <a:spLocks noChangeAspect="1"/>
              </p:cNvSpPr>
              <p:nvPr/>
            </p:nvSpPr>
            <p:spPr bwMode="auto">
              <a:xfrm rot="21486075">
                <a:off x="5127625" y="3519488"/>
                <a:ext cx="344488" cy="476250"/>
              </a:xfrm>
              <a:custGeom>
                <a:avLst/>
                <a:gdLst>
                  <a:gd name="T0" fmla="*/ 0 w 450"/>
                  <a:gd name="T1" fmla="*/ 2147483647 h 740"/>
                  <a:gd name="T2" fmla="*/ 2147483647 w 450"/>
                  <a:gd name="T3" fmla="*/ 2147483647 h 740"/>
                  <a:gd name="T4" fmla="*/ 2147483647 w 450"/>
                  <a:gd name="T5" fmla="*/ 2147483647 h 740"/>
                  <a:gd name="T6" fmla="*/ 2147483647 w 450"/>
                  <a:gd name="T7" fmla="*/ 2147483647 h 740"/>
                  <a:gd name="T8" fmla="*/ 2147483647 w 450"/>
                  <a:gd name="T9" fmla="*/ 2147483647 h 740"/>
                  <a:gd name="T10" fmla="*/ 2147483647 w 450"/>
                  <a:gd name="T11" fmla="*/ 0 h 740"/>
                  <a:gd name="T12" fmla="*/ 2147483647 w 450"/>
                  <a:gd name="T13" fmla="*/ 2147483647 h 740"/>
                  <a:gd name="T14" fmla="*/ 2147483647 w 450"/>
                  <a:gd name="T15" fmla="*/ 2147483647 h 740"/>
                  <a:gd name="T16" fmla="*/ 2147483647 w 450"/>
                  <a:gd name="T17" fmla="*/ 2147483647 h 740"/>
                  <a:gd name="T18" fmla="*/ 2147483647 w 450"/>
                  <a:gd name="T19" fmla="*/ 2147483647 h 740"/>
                  <a:gd name="T20" fmla="*/ 2147483647 w 450"/>
                  <a:gd name="T21" fmla="*/ 2147483647 h 740"/>
                  <a:gd name="T22" fmla="*/ 2147483647 w 450"/>
                  <a:gd name="T23" fmla="*/ 2147483647 h 740"/>
                  <a:gd name="T24" fmla="*/ 2147483647 w 450"/>
                  <a:gd name="T25" fmla="*/ 2147483647 h 740"/>
                  <a:gd name="T26" fmla="*/ 2147483647 w 450"/>
                  <a:gd name="T27" fmla="*/ 2147483647 h 740"/>
                  <a:gd name="T28" fmla="*/ 2147483647 w 450"/>
                  <a:gd name="T29" fmla="*/ 2147483647 h 740"/>
                  <a:gd name="T30" fmla="*/ 0 w 450"/>
                  <a:gd name="T31" fmla="*/ 2147483647 h 7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0"/>
                  <a:gd name="T49" fmla="*/ 0 h 740"/>
                  <a:gd name="T50" fmla="*/ 450 w 450"/>
                  <a:gd name="T51" fmla="*/ 740 h 7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0" h="740">
                    <a:moveTo>
                      <a:pt x="0" y="52"/>
                    </a:moveTo>
                    <a:lnTo>
                      <a:pt x="52" y="80"/>
                    </a:lnTo>
                    <a:lnTo>
                      <a:pt x="102" y="75"/>
                    </a:lnTo>
                    <a:lnTo>
                      <a:pt x="120" y="60"/>
                    </a:lnTo>
                    <a:lnTo>
                      <a:pt x="132" y="15"/>
                    </a:lnTo>
                    <a:lnTo>
                      <a:pt x="350" y="0"/>
                    </a:lnTo>
                    <a:lnTo>
                      <a:pt x="450" y="522"/>
                    </a:lnTo>
                    <a:lnTo>
                      <a:pt x="442" y="517"/>
                    </a:lnTo>
                    <a:lnTo>
                      <a:pt x="367" y="547"/>
                    </a:lnTo>
                    <a:lnTo>
                      <a:pt x="315" y="687"/>
                    </a:lnTo>
                    <a:lnTo>
                      <a:pt x="237" y="667"/>
                    </a:lnTo>
                    <a:lnTo>
                      <a:pt x="147" y="720"/>
                    </a:lnTo>
                    <a:lnTo>
                      <a:pt x="30" y="740"/>
                    </a:lnTo>
                    <a:lnTo>
                      <a:pt x="82" y="602"/>
                    </a:lnTo>
                    <a:lnTo>
                      <a:pt x="60" y="525"/>
                    </a:lnTo>
                    <a:lnTo>
                      <a:pt x="0" y="52"/>
                    </a:lnTo>
                    <a:close/>
                  </a:path>
                </a:pathLst>
              </a:custGeom>
              <a:solidFill>
                <a:srgbClr val="3366FF"/>
              </a:solidFill>
              <a:ln w="12700">
                <a:solidFill>
                  <a:srgbClr val="000000"/>
                </a:solidFill>
                <a:round/>
                <a:headEnd/>
                <a:tailEnd/>
              </a:ln>
            </p:spPr>
            <p:txBody>
              <a:bodyPr/>
              <a:lstStyle/>
              <a:p>
                <a:endParaRPr lang="en-US" dirty="0"/>
              </a:p>
            </p:txBody>
          </p:sp>
          <p:sp>
            <p:nvSpPr>
              <p:cNvPr id="173" name="Freeform 32"/>
              <p:cNvSpPr>
                <a:spLocks noChangeAspect="1"/>
              </p:cNvSpPr>
              <p:nvPr/>
            </p:nvSpPr>
            <p:spPr bwMode="auto">
              <a:xfrm rot="21486075">
                <a:off x="5392738" y="3414713"/>
                <a:ext cx="439737" cy="428625"/>
              </a:xfrm>
              <a:custGeom>
                <a:avLst/>
                <a:gdLst>
                  <a:gd name="T0" fmla="*/ 0 w 577"/>
                  <a:gd name="T1" fmla="*/ 2147483647 h 667"/>
                  <a:gd name="T2" fmla="*/ 2147483647 w 577"/>
                  <a:gd name="T3" fmla="*/ 2147483647 h 667"/>
                  <a:gd name="T4" fmla="*/ 2147483647 w 577"/>
                  <a:gd name="T5" fmla="*/ 2147483647 h 667"/>
                  <a:gd name="T6" fmla="*/ 2147483647 w 577"/>
                  <a:gd name="T7" fmla="*/ 2147483647 h 667"/>
                  <a:gd name="T8" fmla="*/ 2147483647 w 577"/>
                  <a:gd name="T9" fmla="*/ 2147483647 h 667"/>
                  <a:gd name="T10" fmla="*/ 2147483647 w 577"/>
                  <a:gd name="T11" fmla="*/ 0 h 667"/>
                  <a:gd name="T12" fmla="*/ 2147483647 w 577"/>
                  <a:gd name="T13" fmla="*/ 2147483647 h 667"/>
                  <a:gd name="T14" fmla="*/ 2147483647 w 577"/>
                  <a:gd name="T15" fmla="*/ 2147483647 h 667"/>
                  <a:gd name="T16" fmla="*/ 2147483647 w 577"/>
                  <a:gd name="T17" fmla="*/ 2147483647 h 667"/>
                  <a:gd name="T18" fmla="*/ 2147483647 w 577"/>
                  <a:gd name="T19" fmla="*/ 2147483647 h 667"/>
                  <a:gd name="T20" fmla="*/ 2147483647 w 577"/>
                  <a:gd name="T21" fmla="*/ 2147483647 h 667"/>
                  <a:gd name="T22" fmla="*/ 2147483647 w 577"/>
                  <a:gd name="T23" fmla="*/ 2147483647 h 667"/>
                  <a:gd name="T24" fmla="*/ 2147483647 w 577"/>
                  <a:gd name="T25" fmla="*/ 2147483647 h 667"/>
                  <a:gd name="T26" fmla="*/ 2147483647 w 577"/>
                  <a:gd name="T27" fmla="*/ 2147483647 h 667"/>
                  <a:gd name="T28" fmla="*/ 2147483647 w 577"/>
                  <a:gd name="T29" fmla="*/ 2147483647 h 667"/>
                  <a:gd name="T30" fmla="*/ 2147483647 w 577"/>
                  <a:gd name="T31" fmla="*/ 2147483647 h 667"/>
                  <a:gd name="T32" fmla="*/ 2147483647 w 577"/>
                  <a:gd name="T33" fmla="*/ 2147483647 h 667"/>
                  <a:gd name="T34" fmla="*/ 2147483647 w 577"/>
                  <a:gd name="T35" fmla="*/ 2147483647 h 667"/>
                  <a:gd name="T36" fmla="*/ 0 w 577"/>
                  <a:gd name="T37" fmla="*/ 2147483647 h 6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7"/>
                  <a:gd name="T58" fmla="*/ 0 h 667"/>
                  <a:gd name="T59" fmla="*/ 577 w 577"/>
                  <a:gd name="T60" fmla="*/ 667 h 66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7" h="667">
                    <a:moveTo>
                      <a:pt x="0" y="150"/>
                    </a:moveTo>
                    <a:lnTo>
                      <a:pt x="260" y="125"/>
                    </a:lnTo>
                    <a:lnTo>
                      <a:pt x="315" y="135"/>
                    </a:lnTo>
                    <a:lnTo>
                      <a:pt x="437" y="77"/>
                    </a:lnTo>
                    <a:lnTo>
                      <a:pt x="465" y="25"/>
                    </a:lnTo>
                    <a:lnTo>
                      <a:pt x="537" y="0"/>
                    </a:lnTo>
                    <a:lnTo>
                      <a:pt x="577" y="252"/>
                    </a:lnTo>
                    <a:lnTo>
                      <a:pt x="547" y="280"/>
                    </a:lnTo>
                    <a:lnTo>
                      <a:pt x="555" y="455"/>
                    </a:lnTo>
                    <a:lnTo>
                      <a:pt x="497" y="470"/>
                    </a:lnTo>
                    <a:lnTo>
                      <a:pt x="465" y="567"/>
                    </a:lnTo>
                    <a:lnTo>
                      <a:pt x="420" y="555"/>
                    </a:lnTo>
                    <a:lnTo>
                      <a:pt x="405" y="667"/>
                    </a:lnTo>
                    <a:lnTo>
                      <a:pt x="340" y="620"/>
                    </a:lnTo>
                    <a:lnTo>
                      <a:pt x="212" y="650"/>
                    </a:lnTo>
                    <a:lnTo>
                      <a:pt x="157" y="607"/>
                    </a:lnTo>
                    <a:lnTo>
                      <a:pt x="85" y="605"/>
                    </a:lnTo>
                    <a:lnTo>
                      <a:pt x="47" y="417"/>
                    </a:lnTo>
                    <a:lnTo>
                      <a:pt x="0" y="150"/>
                    </a:lnTo>
                    <a:close/>
                  </a:path>
                </a:pathLst>
              </a:custGeom>
              <a:solidFill>
                <a:srgbClr val="C5E2FF"/>
              </a:solidFill>
              <a:ln w="12700">
                <a:solidFill>
                  <a:srgbClr val="000000"/>
                </a:solidFill>
                <a:round/>
                <a:headEnd/>
                <a:tailEnd/>
              </a:ln>
            </p:spPr>
            <p:txBody>
              <a:bodyPr/>
              <a:lstStyle/>
              <a:p>
                <a:endParaRPr lang="en-US" dirty="0"/>
              </a:p>
            </p:txBody>
          </p:sp>
          <p:sp>
            <p:nvSpPr>
              <p:cNvPr id="174" name="Freeform 33"/>
              <p:cNvSpPr>
                <a:spLocks noChangeAspect="1"/>
              </p:cNvSpPr>
              <p:nvPr/>
            </p:nvSpPr>
            <p:spPr bwMode="auto">
              <a:xfrm rot="21486075">
                <a:off x="5013325" y="3808413"/>
                <a:ext cx="774700" cy="363537"/>
              </a:xfrm>
              <a:custGeom>
                <a:avLst/>
                <a:gdLst>
                  <a:gd name="T0" fmla="*/ 0 w 1017"/>
                  <a:gd name="T1" fmla="*/ 2147483647 h 565"/>
                  <a:gd name="T2" fmla="*/ 2147483647 w 1017"/>
                  <a:gd name="T3" fmla="*/ 2147483647 h 565"/>
                  <a:gd name="T4" fmla="*/ 2147483647 w 1017"/>
                  <a:gd name="T5" fmla="*/ 2147483647 h 565"/>
                  <a:gd name="T6" fmla="*/ 2147483647 w 1017"/>
                  <a:gd name="T7" fmla="*/ 2147483647 h 565"/>
                  <a:gd name="T8" fmla="*/ 2147483647 w 1017"/>
                  <a:gd name="T9" fmla="*/ 2147483647 h 565"/>
                  <a:gd name="T10" fmla="*/ 2147483647 w 1017"/>
                  <a:gd name="T11" fmla="*/ 2147483647 h 565"/>
                  <a:gd name="T12" fmla="*/ 2147483647 w 1017"/>
                  <a:gd name="T13" fmla="*/ 2147483647 h 565"/>
                  <a:gd name="T14" fmla="*/ 2147483647 w 1017"/>
                  <a:gd name="T15" fmla="*/ 2147483647 h 565"/>
                  <a:gd name="T16" fmla="*/ 2147483647 w 1017"/>
                  <a:gd name="T17" fmla="*/ 2147483647 h 565"/>
                  <a:gd name="T18" fmla="*/ 2147483647 w 1017"/>
                  <a:gd name="T19" fmla="*/ 2147483647 h 565"/>
                  <a:gd name="T20" fmla="*/ 2147483647 w 1017"/>
                  <a:gd name="T21" fmla="*/ 2147483647 h 565"/>
                  <a:gd name="T22" fmla="*/ 2147483647 w 1017"/>
                  <a:gd name="T23" fmla="*/ 2147483647 h 565"/>
                  <a:gd name="T24" fmla="*/ 2147483647 w 1017"/>
                  <a:gd name="T25" fmla="*/ 2147483647 h 565"/>
                  <a:gd name="T26" fmla="*/ 2147483647 w 1017"/>
                  <a:gd name="T27" fmla="*/ 2147483647 h 565"/>
                  <a:gd name="T28" fmla="*/ 2147483647 w 1017"/>
                  <a:gd name="T29" fmla="*/ 0 h 565"/>
                  <a:gd name="T30" fmla="*/ 2147483647 w 1017"/>
                  <a:gd name="T31" fmla="*/ 2147483647 h 565"/>
                  <a:gd name="T32" fmla="*/ 2147483647 w 1017"/>
                  <a:gd name="T33" fmla="*/ 2147483647 h 565"/>
                  <a:gd name="T34" fmla="*/ 2147483647 w 1017"/>
                  <a:gd name="T35" fmla="*/ 2147483647 h 565"/>
                  <a:gd name="T36" fmla="*/ 2147483647 w 1017"/>
                  <a:gd name="T37" fmla="*/ 2147483647 h 565"/>
                  <a:gd name="T38" fmla="*/ 2147483647 w 1017"/>
                  <a:gd name="T39" fmla="*/ 2147483647 h 565"/>
                  <a:gd name="T40" fmla="*/ 2147483647 w 1017"/>
                  <a:gd name="T41" fmla="*/ 2147483647 h 565"/>
                  <a:gd name="T42" fmla="*/ 2147483647 w 1017"/>
                  <a:gd name="T43" fmla="*/ 2147483647 h 565"/>
                  <a:gd name="T44" fmla="*/ 2147483647 w 1017"/>
                  <a:gd name="T45" fmla="*/ 2147483647 h 565"/>
                  <a:gd name="T46" fmla="*/ 2147483647 w 1017"/>
                  <a:gd name="T47" fmla="*/ 2147483647 h 565"/>
                  <a:gd name="T48" fmla="*/ 2147483647 w 1017"/>
                  <a:gd name="T49" fmla="*/ 2147483647 h 565"/>
                  <a:gd name="T50" fmla="*/ 2147483647 w 1017"/>
                  <a:gd name="T51" fmla="*/ 2147483647 h 565"/>
                  <a:gd name="T52" fmla="*/ 2147483647 w 1017"/>
                  <a:gd name="T53" fmla="*/ 2147483647 h 565"/>
                  <a:gd name="T54" fmla="*/ 2147483647 w 1017"/>
                  <a:gd name="T55" fmla="*/ 2147483647 h 565"/>
                  <a:gd name="T56" fmla="*/ 0 w 1017"/>
                  <a:gd name="T57" fmla="*/ 2147483647 h 56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017"/>
                  <a:gd name="T88" fmla="*/ 0 h 565"/>
                  <a:gd name="T89" fmla="*/ 1017 w 1017"/>
                  <a:gd name="T90" fmla="*/ 565 h 56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017" h="565">
                    <a:moveTo>
                      <a:pt x="0" y="565"/>
                    </a:moveTo>
                    <a:lnTo>
                      <a:pt x="247" y="530"/>
                    </a:lnTo>
                    <a:lnTo>
                      <a:pt x="247" y="505"/>
                    </a:lnTo>
                    <a:lnTo>
                      <a:pt x="845" y="423"/>
                    </a:lnTo>
                    <a:lnTo>
                      <a:pt x="855" y="380"/>
                    </a:lnTo>
                    <a:lnTo>
                      <a:pt x="942" y="348"/>
                    </a:lnTo>
                    <a:lnTo>
                      <a:pt x="952" y="303"/>
                    </a:lnTo>
                    <a:lnTo>
                      <a:pt x="990" y="288"/>
                    </a:lnTo>
                    <a:lnTo>
                      <a:pt x="1017" y="220"/>
                    </a:lnTo>
                    <a:lnTo>
                      <a:pt x="935" y="153"/>
                    </a:lnTo>
                    <a:lnTo>
                      <a:pt x="920" y="63"/>
                    </a:lnTo>
                    <a:lnTo>
                      <a:pt x="855" y="18"/>
                    </a:lnTo>
                    <a:lnTo>
                      <a:pt x="722" y="43"/>
                    </a:lnTo>
                    <a:lnTo>
                      <a:pt x="660" y="3"/>
                    </a:lnTo>
                    <a:lnTo>
                      <a:pt x="600" y="0"/>
                    </a:lnTo>
                    <a:lnTo>
                      <a:pt x="612" y="63"/>
                    </a:lnTo>
                    <a:lnTo>
                      <a:pt x="530" y="95"/>
                    </a:lnTo>
                    <a:lnTo>
                      <a:pt x="475" y="235"/>
                    </a:lnTo>
                    <a:lnTo>
                      <a:pt x="400" y="213"/>
                    </a:lnTo>
                    <a:lnTo>
                      <a:pt x="310" y="265"/>
                    </a:lnTo>
                    <a:lnTo>
                      <a:pt x="195" y="285"/>
                    </a:lnTo>
                    <a:lnTo>
                      <a:pt x="195" y="365"/>
                    </a:lnTo>
                    <a:lnTo>
                      <a:pt x="137" y="363"/>
                    </a:lnTo>
                    <a:lnTo>
                      <a:pt x="140" y="433"/>
                    </a:lnTo>
                    <a:lnTo>
                      <a:pt x="80" y="405"/>
                    </a:lnTo>
                    <a:lnTo>
                      <a:pt x="45" y="418"/>
                    </a:lnTo>
                    <a:lnTo>
                      <a:pt x="75" y="465"/>
                    </a:lnTo>
                    <a:lnTo>
                      <a:pt x="12" y="528"/>
                    </a:lnTo>
                    <a:lnTo>
                      <a:pt x="0" y="565"/>
                    </a:lnTo>
                    <a:close/>
                  </a:path>
                </a:pathLst>
              </a:custGeom>
              <a:solidFill>
                <a:srgbClr val="C5E2FF"/>
              </a:solidFill>
              <a:ln w="12700">
                <a:solidFill>
                  <a:srgbClr val="000000"/>
                </a:solidFill>
                <a:round/>
                <a:headEnd/>
                <a:tailEnd/>
              </a:ln>
            </p:spPr>
            <p:txBody>
              <a:bodyPr/>
              <a:lstStyle/>
              <a:p>
                <a:endParaRPr lang="en-US" dirty="0"/>
              </a:p>
            </p:txBody>
          </p:sp>
          <p:sp>
            <p:nvSpPr>
              <p:cNvPr id="175" name="Freeform 34"/>
              <p:cNvSpPr>
                <a:spLocks noChangeAspect="1"/>
              </p:cNvSpPr>
              <p:nvPr/>
            </p:nvSpPr>
            <p:spPr bwMode="auto">
              <a:xfrm rot="21486075">
                <a:off x="4967288" y="4041775"/>
                <a:ext cx="893762" cy="276225"/>
              </a:xfrm>
              <a:custGeom>
                <a:avLst/>
                <a:gdLst>
                  <a:gd name="T0" fmla="*/ 2147483647 w 1173"/>
                  <a:gd name="T1" fmla="*/ 2147483647 h 428"/>
                  <a:gd name="T2" fmla="*/ 2147483647 w 1173"/>
                  <a:gd name="T3" fmla="*/ 2147483647 h 428"/>
                  <a:gd name="T4" fmla="*/ 2147483647 w 1173"/>
                  <a:gd name="T5" fmla="*/ 2147483647 h 428"/>
                  <a:gd name="T6" fmla="*/ 2147483647 w 1173"/>
                  <a:gd name="T7" fmla="*/ 2147483647 h 428"/>
                  <a:gd name="T8" fmla="*/ 0 w 1173"/>
                  <a:gd name="T9" fmla="*/ 2147483647 h 428"/>
                  <a:gd name="T10" fmla="*/ 2147483647 w 1173"/>
                  <a:gd name="T11" fmla="*/ 2147483647 h 428"/>
                  <a:gd name="T12" fmla="*/ 2147483647 w 1173"/>
                  <a:gd name="T13" fmla="*/ 2147483647 h 428"/>
                  <a:gd name="T14" fmla="*/ 2147483647 w 1173"/>
                  <a:gd name="T15" fmla="*/ 2147483647 h 428"/>
                  <a:gd name="T16" fmla="*/ 2147483647 w 1173"/>
                  <a:gd name="T17" fmla="*/ 2147483647 h 428"/>
                  <a:gd name="T18" fmla="*/ 2147483647 w 1173"/>
                  <a:gd name="T19" fmla="*/ 2147483647 h 428"/>
                  <a:gd name="T20" fmla="*/ 2147483647 w 1173"/>
                  <a:gd name="T21" fmla="*/ 2147483647 h 428"/>
                  <a:gd name="T22" fmla="*/ 2147483647 w 1173"/>
                  <a:gd name="T23" fmla="*/ 0 h 428"/>
                  <a:gd name="T24" fmla="*/ 2147483647 w 1173"/>
                  <a:gd name="T25" fmla="*/ 2147483647 h 428"/>
                  <a:gd name="T26" fmla="*/ 2147483647 w 1173"/>
                  <a:gd name="T27" fmla="*/ 2147483647 h 428"/>
                  <a:gd name="T28" fmla="*/ 2147483647 w 1173"/>
                  <a:gd name="T29" fmla="*/ 2147483647 h 428"/>
                  <a:gd name="T30" fmla="*/ 2147483647 w 1173"/>
                  <a:gd name="T31" fmla="*/ 2147483647 h 4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73"/>
                  <a:gd name="T49" fmla="*/ 0 h 428"/>
                  <a:gd name="T50" fmla="*/ 1173 w 1173"/>
                  <a:gd name="T51" fmla="*/ 428 h 42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73" h="428">
                    <a:moveTo>
                      <a:pt x="70" y="195"/>
                    </a:moveTo>
                    <a:lnTo>
                      <a:pt x="70" y="203"/>
                    </a:lnTo>
                    <a:lnTo>
                      <a:pt x="50" y="243"/>
                    </a:lnTo>
                    <a:lnTo>
                      <a:pt x="73" y="298"/>
                    </a:lnTo>
                    <a:lnTo>
                      <a:pt x="0" y="345"/>
                    </a:lnTo>
                    <a:lnTo>
                      <a:pt x="15" y="428"/>
                    </a:lnTo>
                    <a:lnTo>
                      <a:pt x="323" y="403"/>
                    </a:lnTo>
                    <a:lnTo>
                      <a:pt x="688" y="360"/>
                    </a:lnTo>
                    <a:lnTo>
                      <a:pt x="870" y="328"/>
                    </a:lnTo>
                    <a:lnTo>
                      <a:pt x="908" y="218"/>
                    </a:lnTo>
                    <a:lnTo>
                      <a:pt x="973" y="213"/>
                    </a:lnTo>
                    <a:lnTo>
                      <a:pt x="1173" y="0"/>
                    </a:lnTo>
                    <a:lnTo>
                      <a:pt x="913" y="53"/>
                    </a:lnTo>
                    <a:lnTo>
                      <a:pt x="308" y="140"/>
                    </a:lnTo>
                    <a:lnTo>
                      <a:pt x="313" y="165"/>
                    </a:lnTo>
                    <a:lnTo>
                      <a:pt x="70" y="195"/>
                    </a:lnTo>
                    <a:close/>
                  </a:path>
                </a:pathLst>
              </a:custGeom>
              <a:solidFill>
                <a:srgbClr val="C5E2FF"/>
              </a:solidFill>
              <a:ln w="12700">
                <a:solidFill>
                  <a:srgbClr val="000000"/>
                </a:solidFill>
                <a:round/>
                <a:headEnd/>
                <a:tailEnd/>
              </a:ln>
            </p:spPr>
            <p:txBody>
              <a:bodyPr/>
              <a:lstStyle/>
              <a:p>
                <a:endParaRPr lang="en-US" dirty="0"/>
              </a:p>
            </p:txBody>
          </p:sp>
          <p:sp>
            <p:nvSpPr>
              <p:cNvPr id="176" name="Freeform 35"/>
              <p:cNvSpPr>
                <a:spLocks noChangeAspect="1"/>
              </p:cNvSpPr>
              <p:nvPr/>
            </p:nvSpPr>
            <p:spPr bwMode="auto">
              <a:xfrm rot="21486075">
                <a:off x="4892675" y="4308475"/>
                <a:ext cx="366713" cy="538163"/>
              </a:xfrm>
              <a:custGeom>
                <a:avLst/>
                <a:gdLst>
                  <a:gd name="T0" fmla="*/ 2147483647 w 480"/>
                  <a:gd name="T1" fmla="*/ 2147483647 h 838"/>
                  <a:gd name="T2" fmla="*/ 2147483647 w 480"/>
                  <a:gd name="T3" fmla="*/ 2147483647 h 838"/>
                  <a:gd name="T4" fmla="*/ 0 w 480"/>
                  <a:gd name="T5" fmla="*/ 2147483647 h 838"/>
                  <a:gd name="T6" fmla="*/ 2147483647 w 480"/>
                  <a:gd name="T7" fmla="*/ 2147483647 h 838"/>
                  <a:gd name="T8" fmla="*/ 2147483647 w 480"/>
                  <a:gd name="T9" fmla="*/ 2147483647 h 838"/>
                  <a:gd name="T10" fmla="*/ 2147483647 w 480"/>
                  <a:gd name="T11" fmla="*/ 2147483647 h 838"/>
                  <a:gd name="T12" fmla="*/ 2147483647 w 480"/>
                  <a:gd name="T13" fmla="*/ 2147483647 h 838"/>
                  <a:gd name="T14" fmla="*/ 2147483647 w 480"/>
                  <a:gd name="T15" fmla="*/ 2147483647 h 838"/>
                  <a:gd name="T16" fmla="*/ 2147483647 w 480"/>
                  <a:gd name="T17" fmla="*/ 2147483647 h 838"/>
                  <a:gd name="T18" fmla="*/ 2147483647 w 480"/>
                  <a:gd name="T19" fmla="*/ 2147483647 h 838"/>
                  <a:gd name="T20" fmla="*/ 2147483647 w 480"/>
                  <a:gd name="T21" fmla="*/ 2147483647 h 838"/>
                  <a:gd name="T22" fmla="*/ 2147483647 w 480"/>
                  <a:gd name="T23" fmla="*/ 2147483647 h 838"/>
                  <a:gd name="T24" fmla="*/ 2147483647 w 480"/>
                  <a:gd name="T25" fmla="*/ 2147483647 h 838"/>
                  <a:gd name="T26" fmla="*/ 2147483647 w 480"/>
                  <a:gd name="T27" fmla="*/ 0 h 838"/>
                  <a:gd name="T28" fmla="*/ 2147483647 w 480"/>
                  <a:gd name="T29" fmla="*/ 2147483647 h 8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0"/>
                  <a:gd name="T46" fmla="*/ 0 h 838"/>
                  <a:gd name="T47" fmla="*/ 480 w 480"/>
                  <a:gd name="T48" fmla="*/ 838 h 83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0" h="838">
                    <a:moveTo>
                      <a:pt x="135" y="28"/>
                    </a:moveTo>
                    <a:lnTo>
                      <a:pt x="63" y="170"/>
                    </a:lnTo>
                    <a:lnTo>
                      <a:pt x="0" y="263"/>
                    </a:lnTo>
                    <a:lnTo>
                      <a:pt x="20" y="373"/>
                    </a:lnTo>
                    <a:lnTo>
                      <a:pt x="95" y="523"/>
                    </a:lnTo>
                    <a:lnTo>
                      <a:pt x="38" y="675"/>
                    </a:lnTo>
                    <a:lnTo>
                      <a:pt x="13" y="755"/>
                    </a:lnTo>
                    <a:lnTo>
                      <a:pt x="293" y="723"/>
                    </a:lnTo>
                    <a:lnTo>
                      <a:pt x="305" y="825"/>
                    </a:lnTo>
                    <a:lnTo>
                      <a:pt x="363" y="838"/>
                    </a:lnTo>
                    <a:lnTo>
                      <a:pt x="378" y="785"/>
                    </a:lnTo>
                    <a:lnTo>
                      <a:pt x="480" y="770"/>
                    </a:lnTo>
                    <a:lnTo>
                      <a:pt x="458" y="600"/>
                    </a:lnTo>
                    <a:lnTo>
                      <a:pt x="453" y="0"/>
                    </a:lnTo>
                    <a:lnTo>
                      <a:pt x="135" y="28"/>
                    </a:lnTo>
                    <a:close/>
                  </a:path>
                </a:pathLst>
              </a:custGeom>
              <a:solidFill>
                <a:srgbClr val="C5E2FF"/>
              </a:solidFill>
              <a:ln w="12700">
                <a:solidFill>
                  <a:srgbClr val="000000"/>
                </a:solidFill>
                <a:round/>
                <a:headEnd/>
                <a:tailEnd/>
              </a:ln>
            </p:spPr>
            <p:txBody>
              <a:bodyPr/>
              <a:lstStyle/>
              <a:p>
                <a:endParaRPr lang="en-US" dirty="0"/>
              </a:p>
            </p:txBody>
          </p:sp>
          <p:sp>
            <p:nvSpPr>
              <p:cNvPr id="177" name="Freeform 36"/>
              <p:cNvSpPr>
                <a:spLocks noChangeAspect="1"/>
              </p:cNvSpPr>
              <p:nvPr/>
            </p:nvSpPr>
            <p:spPr bwMode="auto">
              <a:xfrm rot="21486075">
                <a:off x="5233988" y="4270375"/>
                <a:ext cx="412750" cy="544513"/>
              </a:xfrm>
              <a:custGeom>
                <a:avLst/>
                <a:gdLst>
                  <a:gd name="T0" fmla="*/ 0 w 543"/>
                  <a:gd name="T1" fmla="*/ 2147483647 h 845"/>
                  <a:gd name="T2" fmla="*/ 2147483647 w 543"/>
                  <a:gd name="T3" fmla="*/ 0 h 845"/>
                  <a:gd name="T4" fmla="*/ 2147483647 w 543"/>
                  <a:gd name="T5" fmla="*/ 2147483647 h 845"/>
                  <a:gd name="T6" fmla="*/ 2147483647 w 543"/>
                  <a:gd name="T7" fmla="*/ 2147483647 h 845"/>
                  <a:gd name="T8" fmla="*/ 2147483647 w 543"/>
                  <a:gd name="T9" fmla="*/ 2147483647 h 845"/>
                  <a:gd name="T10" fmla="*/ 2147483647 w 543"/>
                  <a:gd name="T11" fmla="*/ 2147483647 h 845"/>
                  <a:gd name="T12" fmla="*/ 2147483647 w 543"/>
                  <a:gd name="T13" fmla="*/ 2147483647 h 845"/>
                  <a:gd name="T14" fmla="*/ 2147483647 w 543"/>
                  <a:gd name="T15" fmla="*/ 2147483647 h 845"/>
                  <a:gd name="T16" fmla="*/ 2147483647 w 543"/>
                  <a:gd name="T17" fmla="*/ 2147483647 h 845"/>
                  <a:gd name="T18" fmla="*/ 2147483647 w 543"/>
                  <a:gd name="T19" fmla="*/ 2147483647 h 845"/>
                  <a:gd name="T20" fmla="*/ 2147483647 w 543"/>
                  <a:gd name="T21" fmla="*/ 2147483647 h 845"/>
                  <a:gd name="T22" fmla="*/ 2147483647 w 543"/>
                  <a:gd name="T23" fmla="*/ 2147483647 h 845"/>
                  <a:gd name="T24" fmla="*/ 2147483647 w 543"/>
                  <a:gd name="T25" fmla="*/ 2147483647 h 845"/>
                  <a:gd name="T26" fmla="*/ 2147483647 w 543"/>
                  <a:gd name="T27" fmla="*/ 2147483647 h 845"/>
                  <a:gd name="T28" fmla="*/ 0 w 543"/>
                  <a:gd name="T29" fmla="*/ 2147483647 h 8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43"/>
                  <a:gd name="T46" fmla="*/ 0 h 845"/>
                  <a:gd name="T47" fmla="*/ 543 w 543"/>
                  <a:gd name="T48" fmla="*/ 845 h 8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43" h="845">
                    <a:moveTo>
                      <a:pt x="0" y="43"/>
                    </a:moveTo>
                    <a:lnTo>
                      <a:pt x="353" y="0"/>
                    </a:lnTo>
                    <a:lnTo>
                      <a:pt x="465" y="390"/>
                    </a:lnTo>
                    <a:lnTo>
                      <a:pt x="543" y="453"/>
                    </a:lnTo>
                    <a:lnTo>
                      <a:pt x="480" y="568"/>
                    </a:lnTo>
                    <a:lnTo>
                      <a:pt x="540" y="678"/>
                    </a:lnTo>
                    <a:lnTo>
                      <a:pt x="180" y="718"/>
                    </a:lnTo>
                    <a:lnTo>
                      <a:pt x="195" y="813"/>
                    </a:lnTo>
                    <a:lnTo>
                      <a:pt x="143" y="845"/>
                    </a:lnTo>
                    <a:lnTo>
                      <a:pt x="100" y="725"/>
                    </a:lnTo>
                    <a:lnTo>
                      <a:pt x="75" y="823"/>
                    </a:lnTo>
                    <a:lnTo>
                      <a:pt x="30" y="813"/>
                    </a:lnTo>
                    <a:lnTo>
                      <a:pt x="15" y="715"/>
                    </a:lnTo>
                    <a:lnTo>
                      <a:pt x="3" y="630"/>
                    </a:lnTo>
                    <a:lnTo>
                      <a:pt x="0" y="43"/>
                    </a:lnTo>
                    <a:close/>
                  </a:path>
                </a:pathLst>
              </a:custGeom>
              <a:solidFill>
                <a:srgbClr val="C5E2FF"/>
              </a:solidFill>
              <a:ln w="12700">
                <a:solidFill>
                  <a:srgbClr val="000000"/>
                </a:solidFill>
                <a:round/>
                <a:headEnd/>
                <a:tailEnd/>
              </a:ln>
            </p:spPr>
            <p:txBody>
              <a:bodyPr/>
              <a:lstStyle/>
              <a:p>
                <a:endParaRPr lang="en-US" dirty="0"/>
              </a:p>
            </p:txBody>
          </p:sp>
          <p:sp>
            <p:nvSpPr>
              <p:cNvPr id="178" name="Freeform 37"/>
              <p:cNvSpPr>
                <a:spLocks noChangeAspect="1"/>
              </p:cNvSpPr>
              <p:nvPr/>
            </p:nvSpPr>
            <p:spPr bwMode="auto">
              <a:xfrm rot="21486075">
                <a:off x="5497513" y="4230688"/>
                <a:ext cx="573087" cy="501650"/>
              </a:xfrm>
              <a:custGeom>
                <a:avLst/>
                <a:gdLst>
                  <a:gd name="T0" fmla="*/ 0 w 750"/>
                  <a:gd name="T1" fmla="*/ 2147483647 h 777"/>
                  <a:gd name="T2" fmla="*/ 2147483647 w 750"/>
                  <a:gd name="T3" fmla="*/ 2147483647 h 777"/>
                  <a:gd name="T4" fmla="*/ 2147483647 w 750"/>
                  <a:gd name="T5" fmla="*/ 2147483647 h 777"/>
                  <a:gd name="T6" fmla="*/ 2147483647 w 750"/>
                  <a:gd name="T7" fmla="*/ 0 h 777"/>
                  <a:gd name="T8" fmla="*/ 2147483647 w 750"/>
                  <a:gd name="T9" fmla="*/ 2147483647 h 777"/>
                  <a:gd name="T10" fmla="*/ 2147483647 w 750"/>
                  <a:gd name="T11" fmla="*/ 2147483647 h 777"/>
                  <a:gd name="T12" fmla="*/ 2147483647 w 750"/>
                  <a:gd name="T13" fmla="*/ 2147483647 h 777"/>
                  <a:gd name="T14" fmla="*/ 2147483647 w 750"/>
                  <a:gd name="T15" fmla="*/ 2147483647 h 777"/>
                  <a:gd name="T16" fmla="*/ 2147483647 w 750"/>
                  <a:gd name="T17" fmla="*/ 2147483647 h 777"/>
                  <a:gd name="T18" fmla="*/ 2147483647 w 750"/>
                  <a:gd name="T19" fmla="*/ 2147483647 h 777"/>
                  <a:gd name="T20" fmla="*/ 2147483647 w 750"/>
                  <a:gd name="T21" fmla="*/ 2147483647 h 777"/>
                  <a:gd name="T22" fmla="*/ 2147483647 w 750"/>
                  <a:gd name="T23" fmla="*/ 2147483647 h 777"/>
                  <a:gd name="T24" fmla="*/ 2147483647 w 750"/>
                  <a:gd name="T25" fmla="*/ 2147483647 h 777"/>
                  <a:gd name="T26" fmla="*/ 2147483647 w 750"/>
                  <a:gd name="T27" fmla="*/ 2147483647 h 777"/>
                  <a:gd name="T28" fmla="*/ 2147483647 w 750"/>
                  <a:gd name="T29" fmla="*/ 2147483647 h 777"/>
                  <a:gd name="T30" fmla="*/ 2147483647 w 750"/>
                  <a:gd name="T31" fmla="*/ 2147483647 h 777"/>
                  <a:gd name="T32" fmla="*/ 2147483647 w 750"/>
                  <a:gd name="T33" fmla="*/ 2147483647 h 777"/>
                  <a:gd name="T34" fmla="*/ 2147483647 w 750"/>
                  <a:gd name="T35" fmla="*/ 2147483647 h 777"/>
                  <a:gd name="T36" fmla="*/ 0 w 750"/>
                  <a:gd name="T37" fmla="*/ 2147483647 h 77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50"/>
                  <a:gd name="T58" fmla="*/ 0 h 777"/>
                  <a:gd name="T59" fmla="*/ 750 w 750"/>
                  <a:gd name="T60" fmla="*/ 777 h 77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50" h="777">
                    <a:moveTo>
                      <a:pt x="0" y="47"/>
                    </a:moveTo>
                    <a:lnTo>
                      <a:pt x="7" y="47"/>
                    </a:lnTo>
                    <a:lnTo>
                      <a:pt x="182" y="15"/>
                    </a:lnTo>
                    <a:lnTo>
                      <a:pt x="337" y="0"/>
                    </a:lnTo>
                    <a:lnTo>
                      <a:pt x="315" y="40"/>
                    </a:lnTo>
                    <a:lnTo>
                      <a:pt x="362" y="40"/>
                    </a:lnTo>
                    <a:lnTo>
                      <a:pt x="630" y="280"/>
                    </a:lnTo>
                    <a:lnTo>
                      <a:pt x="735" y="435"/>
                    </a:lnTo>
                    <a:lnTo>
                      <a:pt x="750" y="540"/>
                    </a:lnTo>
                    <a:lnTo>
                      <a:pt x="715" y="565"/>
                    </a:lnTo>
                    <a:lnTo>
                      <a:pt x="735" y="670"/>
                    </a:lnTo>
                    <a:lnTo>
                      <a:pt x="660" y="675"/>
                    </a:lnTo>
                    <a:lnTo>
                      <a:pt x="660" y="765"/>
                    </a:lnTo>
                    <a:lnTo>
                      <a:pt x="600" y="720"/>
                    </a:lnTo>
                    <a:lnTo>
                      <a:pt x="215" y="777"/>
                    </a:lnTo>
                    <a:lnTo>
                      <a:pt x="127" y="610"/>
                    </a:lnTo>
                    <a:lnTo>
                      <a:pt x="190" y="495"/>
                    </a:lnTo>
                    <a:lnTo>
                      <a:pt x="107" y="437"/>
                    </a:lnTo>
                    <a:lnTo>
                      <a:pt x="0" y="47"/>
                    </a:lnTo>
                    <a:close/>
                  </a:path>
                </a:pathLst>
              </a:custGeom>
              <a:solidFill>
                <a:srgbClr val="3366FF"/>
              </a:solidFill>
              <a:ln w="12700">
                <a:solidFill>
                  <a:srgbClr val="000000"/>
                </a:solidFill>
                <a:round/>
                <a:headEnd/>
                <a:tailEnd/>
              </a:ln>
            </p:spPr>
            <p:txBody>
              <a:bodyPr/>
              <a:lstStyle/>
              <a:p>
                <a:endParaRPr lang="en-US" dirty="0"/>
              </a:p>
            </p:txBody>
          </p:sp>
          <p:sp>
            <p:nvSpPr>
              <p:cNvPr id="179" name="Freeform 38"/>
              <p:cNvSpPr>
                <a:spLocks noChangeAspect="1"/>
              </p:cNvSpPr>
              <p:nvPr/>
            </p:nvSpPr>
            <p:spPr bwMode="auto">
              <a:xfrm rot="21486075">
                <a:off x="5737225" y="4157663"/>
                <a:ext cx="520700" cy="347662"/>
              </a:xfrm>
              <a:custGeom>
                <a:avLst/>
                <a:gdLst>
                  <a:gd name="T0" fmla="*/ 2147483647 w 685"/>
                  <a:gd name="T1" fmla="*/ 2147483647 h 542"/>
                  <a:gd name="T2" fmla="*/ 2147483647 w 685"/>
                  <a:gd name="T3" fmla="*/ 2147483647 h 542"/>
                  <a:gd name="T4" fmla="*/ 2147483647 w 685"/>
                  <a:gd name="T5" fmla="*/ 0 h 542"/>
                  <a:gd name="T6" fmla="*/ 2147483647 w 685"/>
                  <a:gd name="T7" fmla="*/ 2147483647 h 542"/>
                  <a:gd name="T8" fmla="*/ 2147483647 w 685"/>
                  <a:gd name="T9" fmla="*/ 2147483647 h 542"/>
                  <a:gd name="T10" fmla="*/ 2147483647 w 685"/>
                  <a:gd name="T11" fmla="*/ 2147483647 h 542"/>
                  <a:gd name="T12" fmla="*/ 2147483647 w 685"/>
                  <a:gd name="T13" fmla="*/ 2147483647 h 542"/>
                  <a:gd name="T14" fmla="*/ 2147483647 w 685"/>
                  <a:gd name="T15" fmla="*/ 2147483647 h 542"/>
                  <a:gd name="T16" fmla="*/ 2147483647 w 685"/>
                  <a:gd name="T17" fmla="*/ 2147483647 h 542"/>
                  <a:gd name="T18" fmla="*/ 2147483647 w 685"/>
                  <a:gd name="T19" fmla="*/ 2147483647 h 542"/>
                  <a:gd name="T20" fmla="*/ 2147483647 w 685"/>
                  <a:gd name="T21" fmla="*/ 2147483647 h 542"/>
                  <a:gd name="T22" fmla="*/ 2147483647 w 685"/>
                  <a:gd name="T23" fmla="*/ 2147483647 h 542"/>
                  <a:gd name="T24" fmla="*/ 2147483647 w 685"/>
                  <a:gd name="T25" fmla="*/ 2147483647 h 542"/>
                  <a:gd name="T26" fmla="*/ 2147483647 w 685"/>
                  <a:gd name="T27" fmla="*/ 2147483647 h 542"/>
                  <a:gd name="T28" fmla="*/ 0 w 685"/>
                  <a:gd name="T29" fmla="*/ 2147483647 h 542"/>
                  <a:gd name="T30" fmla="*/ 2147483647 w 685"/>
                  <a:gd name="T31" fmla="*/ 2147483647 h 5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85"/>
                  <a:gd name="T49" fmla="*/ 0 h 542"/>
                  <a:gd name="T50" fmla="*/ 685 w 685"/>
                  <a:gd name="T51" fmla="*/ 542 h 5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85" h="542">
                    <a:moveTo>
                      <a:pt x="25" y="97"/>
                    </a:moveTo>
                    <a:lnTo>
                      <a:pt x="80" y="45"/>
                    </a:lnTo>
                    <a:lnTo>
                      <a:pt x="285" y="0"/>
                    </a:lnTo>
                    <a:lnTo>
                      <a:pt x="347" y="30"/>
                    </a:lnTo>
                    <a:lnTo>
                      <a:pt x="480" y="7"/>
                    </a:lnTo>
                    <a:lnTo>
                      <a:pt x="587" y="85"/>
                    </a:lnTo>
                    <a:lnTo>
                      <a:pt x="685" y="145"/>
                    </a:lnTo>
                    <a:lnTo>
                      <a:pt x="630" y="307"/>
                    </a:lnTo>
                    <a:lnTo>
                      <a:pt x="547" y="390"/>
                    </a:lnTo>
                    <a:lnTo>
                      <a:pt x="457" y="415"/>
                    </a:lnTo>
                    <a:lnTo>
                      <a:pt x="475" y="480"/>
                    </a:lnTo>
                    <a:lnTo>
                      <a:pt x="420" y="542"/>
                    </a:lnTo>
                    <a:lnTo>
                      <a:pt x="315" y="390"/>
                    </a:lnTo>
                    <a:lnTo>
                      <a:pt x="45" y="145"/>
                    </a:lnTo>
                    <a:lnTo>
                      <a:pt x="0" y="145"/>
                    </a:lnTo>
                    <a:lnTo>
                      <a:pt x="25" y="97"/>
                    </a:lnTo>
                    <a:close/>
                  </a:path>
                </a:pathLst>
              </a:custGeom>
              <a:solidFill>
                <a:srgbClr val="C5E2FF"/>
              </a:solidFill>
              <a:ln w="12700">
                <a:solidFill>
                  <a:srgbClr val="000000"/>
                </a:solidFill>
                <a:round/>
                <a:headEnd/>
                <a:tailEnd/>
              </a:ln>
            </p:spPr>
            <p:txBody>
              <a:bodyPr/>
              <a:lstStyle/>
              <a:p>
                <a:endParaRPr lang="en-US" dirty="0"/>
              </a:p>
            </p:txBody>
          </p:sp>
          <p:sp>
            <p:nvSpPr>
              <p:cNvPr id="180" name="Freeform 39"/>
              <p:cNvSpPr>
                <a:spLocks noChangeAspect="1"/>
              </p:cNvSpPr>
              <p:nvPr/>
            </p:nvSpPr>
            <p:spPr bwMode="auto">
              <a:xfrm rot="21486075">
                <a:off x="5384800" y="4660900"/>
                <a:ext cx="977900" cy="558800"/>
              </a:xfrm>
              <a:custGeom>
                <a:avLst/>
                <a:gdLst>
                  <a:gd name="T0" fmla="*/ 0 w 1283"/>
                  <a:gd name="T1" fmla="*/ 2147483647 h 870"/>
                  <a:gd name="T2" fmla="*/ 2147483647 w 1283"/>
                  <a:gd name="T3" fmla="*/ 2147483647 h 870"/>
                  <a:gd name="T4" fmla="*/ 2147483647 w 1283"/>
                  <a:gd name="T5" fmla="*/ 2147483647 h 870"/>
                  <a:gd name="T6" fmla="*/ 2147483647 w 1283"/>
                  <a:gd name="T7" fmla="*/ 2147483647 h 870"/>
                  <a:gd name="T8" fmla="*/ 2147483647 w 1283"/>
                  <a:gd name="T9" fmla="*/ 2147483647 h 870"/>
                  <a:gd name="T10" fmla="*/ 2147483647 w 1283"/>
                  <a:gd name="T11" fmla="*/ 2147483647 h 870"/>
                  <a:gd name="T12" fmla="*/ 2147483647 w 1283"/>
                  <a:gd name="T13" fmla="*/ 0 h 870"/>
                  <a:gd name="T14" fmla="*/ 2147483647 w 1283"/>
                  <a:gd name="T15" fmla="*/ 2147483647 h 870"/>
                  <a:gd name="T16" fmla="*/ 2147483647 w 1283"/>
                  <a:gd name="T17" fmla="*/ 2147483647 h 870"/>
                  <a:gd name="T18" fmla="*/ 2147483647 w 1283"/>
                  <a:gd name="T19" fmla="*/ 2147483647 h 870"/>
                  <a:gd name="T20" fmla="*/ 2147483647 w 1283"/>
                  <a:gd name="T21" fmla="*/ 2147483647 h 870"/>
                  <a:gd name="T22" fmla="*/ 2147483647 w 1283"/>
                  <a:gd name="T23" fmla="*/ 2147483647 h 870"/>
                  <a:gd name="T24" fmla="*/ 2147483647 w 1283"/>
                  <a:gd name="T25" fmla="*/ 2147483647 h 870"/>
                  <a:gd name="T26" fmla="*/ 2147483647 w 1283"/>
                  <a:gd name="T27" fmla="*/ 2147483647 h 870"/>
                  <a:gd name="T28" fmla="*/ 2147483647 w 1283"/>
                  <a:gd name="T29" fmla="*/ 2147483647 h 870"/>
                  <a:gd name="T30" fmla="*/ 2147483647 w 1283"/>
                  <a:gd name="T31" fmla="*/ 2147483647 h 870"/>
                  <a:gd name="T32" fmla="*/ 2147483647 w 1283"/>
                  <a:gd name="T33" fmla="*/ 2147483647 h 870"/>
                  <a:gd name="T34" fmla="*/ 2147483647 w 1283"/>
                  <a:gd name="T35" fmla="*/ 2147483647 h 870"/>
                  <a:gd name="T36" fmla="*/ 2147483647 w 1283"/>
                  <a:gd name="T37" fmla="*/ 2147483647 h 870"/>
                  <a:gd name="T38" fmla="*/ 2147483647 w 1283"/>
                  <a:gd name="T39" fmla="*/ 2147483647 h 870"/>
                  <a:gd name="T40" fmla="*/ 2147483647 w 1283"/>
                  <a:gd name="T41" fmla="*/ 2147483647 h 870"/>
                  <a:gd name="T42" fmla="*/ 2147483647 w 1283"/>
                  <a:gd name="T43" fmla="*/ 2147483647 h 870"/>
                  <a:gd name="T44" fmla="*/ 2147483647 w 1283"/>
                  <a:gd name="T45" fmla="*/ 2147483647 h 870"/>
                  <a:gd name="T46" fmla="*/ 2147483647 w 1283"/>
                  <a:gd name="T47" fmla="*/ 2147483647 h 870"/>
                  <a:gd name="T48" fmla="*/ 2147483647 w 1283"/>
                  <a:gd name="T49" fmla="*/ 2147483647 h 870"/>
                  <a:gd name="T50" fmla="*/ 2147483647 w 1283"/>
                  <a:gd name="T51" fmla="*/ 2147483647 h 870"/>
                  <a:gd name="T52" fmla="*/ 2147483647 w 1283"/>
                  <a:gd name="T53" fmla="*/ 2147483647 h 870"/>
                  <a:gd name="T54" fmla="*/ 2147483647 w 1283"/>
                  <a:gd name="T55" fmla="*/ 2147483647 h 870"/>
                  <a:gd name="T56" fmla="*/ 2147483647 w 1283"/>
                  <a:gd name="T57" fmla="*/ 2147483647 h 870"/>
                  <a:gd name="T58" fmla="*/ 2147483647 w 1283"/>
                  <a:gd name="T59" fmla="*/ 2147483647 h 870"/>
                  <a:gd name="T60" fmla="*/ 2147483647 w 1283"/>
                  <a:gd name="T61" fmla="*/ 2147483647 h 870"/>
                  <a:gd name="T62" fmla="*/ 2147483647 w 1283"/>
                  <a:gd name="T63" fmla="*/ 2147483647 h 870"/>
                  <a:gd name="T64" fmla="*/ 2147483647 w 1283"/>
                  <a:gd name="T65" fmla="*/ 2147483647 h 870"/>
                  <a:gd name="T66" fmla="*/ 2147483647 w 1283"/>
                  <a:gd name="T67" fmla="*/ 2147483647 h 870"/>
                  <a:gd name="T68" fmla="*/ 2147483647 w 1283"/>
                  <a:gd name="T69" fmla="*/ 2147483647 h 870"/>
                  <a:gd name="T70" fmla="*/ 2147483647 w 1283"/>
                  <a:gd name="T71" fmla="*/ 2147483647 h 870"/>
                  <a:gd name="T72" fmla="*/ 2147483647 w 1283"/>
                  <a:gd name="T73" fmla="*/ 2147483647 h 870"/>
                  <a:gd name="T74" fmla="*/ 2147483647 w 1283"/>
                  <a:gd name="T75" fmla="*/ 2147483647 h 870"/>
                  <a:gd name="T76" fmla="*/ 2147483647 w 1283"/>
                  <a:gd name="T77" fmla="*/ 2147483647 h 870"/>
                  <a:gd name="T78" fmla="*/ 0 w 1283"/>
                  <a:gd name="T79" fmla="*/ 2147483647 h 87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283"/>
                  <a:gd name="T121" fmla="*/ 0 h 870"/>
                  <a:gd name="T122" fmla="*/ 1283 w 1283"/>
                  <a:gd name="T123" fmla="*/ 870 h 87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283" h="870">
                    <a:moveTo>
                      <a:pt x="0" y="85"/>
                    </a:moveTo>
                    <a:lnTo>
                      <a:pt x="353" y="50"/>
                    </a:lnTo>
                    <a:lnTo>
                      <a:pt x="390" y="107"/>
                    </a:lnTo>
                    <a:lnTo>
                      <a:pt x="768" y="50"/>
                    </a:lnTo>
                    <a:lnTo>
                      <a:pt x="833" y="97"/>
                    </a:lnTo>
                    <a:lnTo>
                      <a:pt x="833" y="7"/>
                    </a:lnTo>
                    <a:lnTo>
                      <a:pt x="828" y="0"/>
                    </a:lnTo>
                    <a:lnTo>
                      <a:pt x="903" y="5"/>
                    </a:lnTo>
                    <a:lnTo>
                      <a:pt x="983" y="140"/>
                    </a:lnTo>
                    <a:lnTo>
                      <a:pt x="1110" y="322"/>
                    </a:lnTo>
                    <a:lnTo>
                      <a:pt x="1173" y="480"/>
                    </a:lnTo>
                    <a:lnTo>
                      <a:pt x="1268" y="590"/>
                    </a:lnTo>
                    <a:lnTo>
                      <a:pt x="1283" y="750"/>
                    </a:lnTo>
                    <a:lnTo>
                      <a:pt x="1253" y="845"/>
                    </a:lnTo>
                    <a:lnTo>
                      <a:pt x="1118" y="870"/>
                    </a:lnTo>
                    <a:lnTo>
                      <a:pt x="1095" y="830"/>
                    </a:lnTo>
                    <a:lnTo>
                      <a:pt x="1000" y="772"/>
                    </a:lnTo>
                    <a:lnTo>
                      <a:pt x="970" y="712"/>
                    </a:lnTo>
                    <a:lnTo>
                      <a:pt x="945" y="690"/>
                    </a:lnTo>
                    <a:lnTo>
                      <a:pt x="930" y="635"/>
                    </a:lnTo>
                    <a:lnTo>
                      <a:pt x="908" y="650"/>
                    </a:lnTo>
                    <a:lnTo>
                      <a:pt x="833" y="577"/>
                    </a:lnTo>
                    <a:lnTo>
                      <a:pt x="850" y="510"/>
                    </a:lnTo>
                    <a:lnTo>
                      <a:pt x="833" y="472"/>
                    </a:lnTo>
                    <a:lnTo>
                      <a:pt x="810" y="485"/>
                    </a:lnTo>
                    <a:lnTo>
                      <a:pt x="813" y="525"/>
                    </a:lnTo>
                    <a:lnTo>
                      <a:pt x="788" y="472"/>
                    </a:lnTo>
                    <a:lnTo>
                      <a:pt x="790" y="350"/>
                    </a:lnTo>
                    <a:lnTo>
                      <a:pt x="743" y="277"/>
                    </a:lnTo>
                    <a:lnTo>
                      <a:pt x="623" y="217"/>
                    </a:lnTo>
                    <a:lnTo>
                      <a:pt x="563" y="150"/>
                    </a:lnTo>
                    <a:lnTo>
                      <a:pt x="495" y="142"/>
                    </a:lnTo>
                    <a:lnTo>
                      <a:pt x="468" y="185"/>
                    </a:lnTo>
                    <a:lnTo>
                      <a:pt x="368" y="215"/>
                    </a:lnTo>
                    <a:lnTo>
                      <a:pt x="310" y="185"/>
                    </a:lnTo>
                    <a:lnTo>
                      <a:pt x="280" y="140"/>
                    </a:lnTo>
                    <a:lnTo>
                      <a:pt x="93" y="180"/>
                    </a:lnTo>
                    <a:lnTo>
                      <a:pt x="53" y="147"/>
                    </a:lnTo>
                    <a:lnTo>
                      <a:pt x="10" y="182"/>
                    </a:lnTo>
                    <a:lnTo>
                      <a:pt x="0" y="85"/>
                    </a:lnTo>
                    <a:close/>
                  </a:path>
                </a:pathLst>
              </a:custGeom>
              <a:solidFill>
                <a:srgbClr val="C5E2FF"/>
              </a:solidFill>
              <a:ln w="12700">
                <a:solidFill>
                  <a:srgbClr val="000000"/>
                </a:solidFill>
                <a:round/>
                <a:headEnd/>
                <a:tailEnd/>
              </a:ln>
            </p:spPr>
            <p:txBody>
              <a:bodyPr/>
              <a:lstStyle/>
              <a:p>
                <a:endParaRPr lang="en-US" dirty="0"/>
              </a:p>
            </p:txBody>
          </p:sp>
          <p:sp>
            <p:nvSpPr>
              <p:cNvPr id="181" name="Freeform 40"/>
              <p:cNvSpPr>
                <a:spLocks noChangeAspect="1"/>
              </p:cNvSpPr>
              <p:nvPr/>
            </p:nvSpPr>
            <p:spPr bwMode="auto">
              <a:xfrm rot="21486075">
                <a:off x="5626100" y="3914775"/>
                <a:ext cx="898525" cy="333375"/>
              </a:xfrm>
              <a:custGeom>
                <a:avLst/>
                <a:gdLst>
                  <a:gd name="T0" fmla="*/ 2147483647 w 1180"/>
                  <a:gd name="T1" fmla="*/ 2147483647 h 518"/>
                  <a:gd name="T2" fmla="*/ 0 w 1180"/>
                  <a:gd name="T3" fmla="*/ 2147483647 h 518"/>
                  <a:gd name="T4" fmla="*/ 2147483647 w 1180"/>
                  <a:gd name="T5" fmla="*/ 2147483647 h 518"/>
                  <a:gd name="T6" fmla="*/ 2147483647 w 1180"/>
                  <a:gd name="T7" fmla="*/ 2147483647 h 518"/>
                  <a:gd name="T8" fmla="*/ 2147483647 w 1180"/>
                  <a:gd name="T9" fmla="*/ 2147483647 h 518"/>
                  <a:gd name="T10" fmla="*/ 2147483647 w 1180"/>
                  <a:gd name="T11" fmla="*/ 2147483647 h 518"/>
                  <a:gd name="T12" fmla="*/ 2147483647 w 1180"/>
                  <a:gd name="T13" fmla="*/ 2147483647 h 518"/>
                  <a:gd name="T14" fmla="*/ 2147483647 w 1180"/>
                  <a:gd name="T15" fmla="*/ 2147483647 h 518"/>
                  <a:gd name="T16" fmla="*/ 2147483647 w 1180"/>
                  <a:gd name="T17" fmla="*/ 2147483647 h 518"/>
                  <a:gd name="T18" fmla="*/ 2147483647 w 1180"/>
                  <a:gd name="T19" fmla="*/ 2147483647 h 518"/>
                  <a:gd name="T20" fmla="*/ 2147483647 w 1180"/>
                  <a:gd name="T21" fmla="*/ 2147483647 h 518"/>
                  <a:gd name="T22" fmla="*/ 2147483647 w 1180"/>
                  <a:gd name="T23" fmla="*/ 2147483647 h 518"/>
                  <a:gd name="T24" fmla="*/ 2147483647 w 1180"/>
                  <a:gd name="T25" fmla="*/ 2147483647 h 518"/>
                  <a:gd name="T26" fmla="*/ 2147483647 w 1180"/>
                  <a:gd name="T27" fmla="*/ 2147483647 h 518"/>
                  <a:gd name="T28" fmla="*/ 2147483647 w 1180"/>
                  <a:gd name="T29" fmla="*/ 2147483647 h 518"/>
                  <a:gd name="T30" fmla="*/ 2147483647 w 1180"/>
                  <a:gd name="T31" fmla="*/ 2147483647 h 518"/>
                  <a:gd name="T32" fmla="*/ 2147483647 w 1180"/>
                  <a:gd name="T33" fmla="*/ 2147483647 h 518"/>
                  <a:gd name="T34" fmla="*/ 2147483647 w 1180"/>
                  <a:gd name="T35" fmla="*/ 2147483647 h 518"/>
                  <a:gd name="T36" fmla="*/ 2147483647 w 1180"/>
                  <a:gd name="T37" fmla="*/ 2147483647 h 518"/>
                  <a:gd name="T38" fmla="*/ 2147483647 w 1180"/>
                  <a:gd name="T39" fmla="*/ 2147483647 h 518"/>
                  <a:gd name="T40" fmla="*/ 2147483647 w 1180"/>
                  <a:gd name="T41" fmla="*/ 2147483647 h 518"/>
                  <a:gd name="T42" fmla="*/ 2147483647 w 1180"/>
                  <a:gd name="T43" fmla="*/ 2147483647 h 518"/>
                  <a:gd name="T44" fmla="*/ 2147483647 w 1180"/>
                  <a:gd name="T45" fmla="*/ 2147483647 h 518"/>
                  <a:gd name="T46" fmla="*/ 2147483647 w 1180"/>
                  <a:gd name="T47" fmla="*/ 2147483647 h 518"/>
                  <a:gd name="T48" fmla="*/ 2147483647 w 1180"/>
                  <a:gd name="T49" fmla="*/ 2147483647 h 518"/>
                  <a:gd name="T50" fmla="*/ 2147483647 w 1180"/>
                  <a:gd name="T51" fmla="*/ 2147483647 h 518"/>
                  <a:gd name="T52" fmla="*/ 2147483647 w 1180"/>
                  <a:gd name="T53" fmla="*/ 2147483647 h 518"/>
                  <a:gd name="T54" fmla="*/ 2147483647 w 1180"/>
                  <a:gd name="T55" fmla="*/ 2147483647 h 518"/>
                  <a:gd name="T56" fmla="*/ 2147483647 w 1180"/>
                  <a:gd name="T57" fmla="*/ 2147483647 h 518"/>
                  <a:gd name="T58" fmla="*/ 2147483647 w 1180"/>
                  <a:gd name="T59" fmla="*/ 0 h 518"/>
                  <a:gd name="T60" fmla="*/ 2147483647 w 1180"/>
                  <a:gd name="T61" fmla="*/ 2147483647 h 518"/>
                  <a:gd name="T62" fmla="*/ 2147483647 w 1180"/>
                  <a:gd name="T63" fmla="*/ 2147483647 h 518"/>
                  <a:gd name="T64" fmla="*/ 2147483647 w 1180"/>
                  <a:gd name="T65" fmla="*/ 2147483647 h 518"/>
                  <a:gd name="T66" fmla="*/ 2147483647 w 1180"/>
                  <a:gd name="T67" fmla="*/ 2147483647 h 5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80"/>
                  <a:gd name="T103" fmla="*/ 0 h 518"/>
                  <a:gd name="T104" fmla="*/ 1180 w 1180"/>
                  <a:gd name="T105" fmla="*/ 518 h 5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80" h="518">
                    <a:moveTo>
                      <a:pt x="40" y="383"/>
                    </a:moveTo>
                    <a:lnTo>
                      <a:pt x="0" y="493"/>
                    </a:lnTo>
                    <a:lnTo>
                      <a:pt x="152" y="478"/>
                    </a:lnTo>
                    <a:lnTo>
                      <a:pt x="212" y="428"/>
                    </a:lnTo>
                    <a:lnTo>
                      <a:pt x="420" y="373"/>
                    </a:lnTo>
                    <a:lnTo>
                      <a:pt x="477" y="403"/>
                    </a:lnTo>
                    <a:lnTo>
                      <a:pt x="615" y="383"/>
                    </a:lnTo>
                    <a:lnTo>
                      <a:pt x="615" y="390"/>
                    </a:lnTo>
                    <a:lnTo>
                      <a:pt x="820" y="518"/>
                    </a:lnTo>
                    <a:lnTo>
                      <a:pt x="940" y="480"/>
                    </a:lnTo>
                    <a:lnTo>
                      <a:pt x="1007" y="338"/>
                    </a:lnTo>
                    <a:lnTo>
                      <a:pt x="1125" y="298"/>
                    </a:lnTo>
                    <a:lnTo>
                      <a:pt x="1180" y="193"/>
                    </a:lnTo>
                    <a:lnTo>
                      <a:pt x="1177" y="65"/>
                    </a:lnTo>
                    <a:lnTo>
                      <a:pt x="1162" y="170"/>
                    </a:lnTo>
                    <a:lnTo>
                      <a:pt x="1097" y="260"/>
                    </a:lnTo>
                    <a:lnTo>
                      <a:pt x="1072" y="253"/>
                    </a:lnTo>
                    <a:lnTo>
                      <a:pt x="985" y="278"/>
                    </a:lnTo>
                    <a:lnTo>
                      <a:pt x="985" y="248"/>
                    </a:lnTo>
                    <a:lnTo>
                      <a:pt x="1072" y="218"/>
                    </a:lnTo>
                    <a:lnTo>
                      <a:pt x="992" y="208"/>
                    </a:lnTo>
                    <a:lnTo>
                      <a:pt x="1082" y="180"/>
                    </a:lnTo>
                    <a:lnTo>
                      <a:pt x="1117" y="195"/>
                    </a:lnTo>
                    <a:lnTo>
                      <a:pt x="1135" y="95"/>
                    </a:lnTo>
                    <a:lnTo>
                      <a:pt x="1112" y="73"/>
                    </a:lnTo>
                    <a:lnTo>
                      <a:pt x="1005" y="113"/>
                    </a:lnTo>
                    <a:lnTo>
                      <a:pt x="1007" y="53"/>
                    </a:lnTo>
                    <a:lnTo>
                      <a:pt x="1052" y="68"/>
                    </a:lnTo>
                    <a:lnTo>
                      <a:pt x="1112" y="23"/>
                    </a:lnTo>
                    <a:lnTo>
                      <a:pt x="1080" y="0"/>
                    </a:lnTo>
                    <a:lnTo>
                      <a:pt x="727" y="80"/>
                    </a:lnTo>
                    <a:lnTo>
                      <a:pt x="295" y="168"/>
                    </a:lnTo>
                    <a:lnTo>
                      <a:pt x="97" y="380"/>
                    </a:lnTo>
                    <a:lnTo>
                      <a:pt x="40" y="383"/>
                    </a:lnTo>
                    <a:close/>
                  </a:path>
                </a:pathLst>
              </a:custGeom>
              <a:solidFill>
                <a:srgbClr val="C5E2FF"/>
              </a:solidFill>
              <a:ln w="12700">
                <a:solidFill>
                  <a:srgbClr val="000000"/>
                </a:solidFill>
                <a:round/>
                <a:headEnd/>
                <a:tailEnd/>
              </a:ln>
            </p:spPr>
            <p:txBody>
              <a:bodyPr/>
              <a:lstStyle/>
              <a:p>
                <a:endParaRPr lang="en-US" dirty="0"/>
              </a:p>
            </p:txBody>
          </p:sp>
          <p:sp>
            <p:nvSpPr>
              <p:cNvPr id="182" name="Freeform 41"/>
              <p:cNvSpPr>
                <a:spLocks noChangeAspect="1"/>
              </p:cNvSpPr>
              <p:nvPr/>
            </p:nvSpPr>
            <p:spPr bwMode="auto">
              <a:xfrm rot="21486075">
                <a:off x="5649913" y="3640138"/>
                <a:ext cx="790575" cy="414337"/>
              </a:xfrm>
              <a:custGeom>
                <a:avLst/>
                <a:gdLst>
                  <a:gd name="T0" fmla="*/ 2147483647 w 1033"/>
                  <a:gd name="T1" fmla="*/ 2147483647 h 642"/>
                  <a:gd name="T2" fmla="*/ 2147483647 w 1033"/>
                  <a:gd name="T3" fmla="*/ 2147483647 h 642"/>
                  <a:gd name="T4" fmla="*/ 2147483647 w 1033"/>
                  <a:gd name="T5" fmla="*/ 2147483647 h 642"/>
                  <a:gd name="T6" fmla="*/ 2147483647 w 1033"/>
                  <a:gd name="T7" fmla="*/ 2147483647 h 642"/>
                  <a:gd name="T8" fmla="*/ 2147483647 w 1033"/>
                  <a:gd name="T9" fmla="*/ 2147483647 h 642"/>
                  <a:gd name="T10" fmla="*/ 0 w 1033"/>
                  <a:gd name="T11" fmla="*/ 2147483647 h 642"/>
                  <a:gd name="T12" fmla="*/ 2147483647 w 1033"/>
                  <a:gd name="T13" fmla="*/ 2147483647 h 642"/>
                  <a:gd name="T14" fmla="*/ 2147483647 w 1033"/>
                  <a:gd name="T15" fmla="*/ 2147483647 h 642"/>
                  <a:gd name="T16" fmla="*/ 2147483647 w 1033"/>
                  <a:gd name="T17" fmla="*/ 2147483647 h 642"/>
                  <a:gd name="T18" fmla="*/ 2147483647 w 1033"/>
                  <a:gd name="T19" fmla="*/ 2147483647 h 642"/>
                  <a:gd name="T20" fmla="*/ 2147483647 w 1033"/>
                  <a:gd name="T21" fmla="*/ 2147483647 h 642"/>
                  <a:gd name="T22" fmla="*/ 2147483647 w 1033"/>
                  <a:gd name="T23" fmla="*/ 2147483647 h 642"/>
                  <a:gd name="T24" fmla="*/ 2147483647 w 1033"/>
                  <a:gd name="T25" fmla="*/ 2147483647 h 642"/>
                  <a:gd name="T26" fmla="*/ 2147483647 w 1033"/>
                  <a:gd name="T27" fmla="*/ 2147483647 h 642"/>
                  <a:gd name="T28" fmla="*/ 2147483647 w 1033"/>
                  <a:gd name="T29" fmla="*/ 2147483647 h 642"/>
                  <a:gd name="T30" fmla="*/ 2147483647 w 1033"/>
                  <a:gd name="T31" fmla="*/ 2147483647 h 642"/>
                  <a:gd name="T32" fmla="*/ 2147483647 w 1033"/>
                  <a:gd name="T33" fmla="*/ 2147483647 h 642"/>
                  <a:gd name="T34" fmla="*/ 2147483647 w 1033"/>
                  <a:gd name="T35" fmla="*/ 0 h 642"/>
                  <a:gd name="T36" fmla="*/ 2147483647 w 1033"/>
                  <a:gd name="T37" fmla="*/ 2147483647 h 642"/>
                  <a:gd name="T38" fmla="*/ 2147483647 w 1033"/>
                  <a:gd name="T39" fmla="*/ 2147483647 h 642"/>
                  <a:gd name="T40" fmla="*/ 2147483647 w 1033"/>
                  <a:gd name="T41" fmla="*/ 2147483647 h 642"/>
                  <a:gd name="T42" fmla="*/ 2147483647 w 1033"/>
                  <a:gd name="T43" fmla="*/ 2147483647 h 642"/>
                  <a:gd name="T44" fmla="*/ 2147483647 w 1033"/>
                  <a:gd name="T45" fmla="*/ 2147483647 h 642"/>
                  <a:gd name="T46" fmla="*/ 2147483647 w 1033"/>
                  <a:gd name="T47" fmla="*/ 2147483647 h 642"/>
                  <a:gd name="T48" fmla="*/ 2147483647 w 1033"/>
                  <a:gd name="T49" fmla="*/ 2147483647 h 6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33"/>
                  <a:gd name="T76" fmla="*/ 0 h 642"/>
                  <a:gd name="T77" fmla="*/ 1033 w 1033"/>
                  <a:gd name="T78" fmla="*/ 642 h 64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33" h="642">
                    <a:moveTo>
                      <a:pt x="170" y="450"/>
                    </a:moveTo>
                    <a:lnTo>
                      <a:pt x="140" y="515"/>
                    </a:lnTo>
                    <a:lnTo>
                      <a:pt x="98" y="532"/>
                    </a:lnTo>
                    <a:lnTo>
                      <a:pt x="95" y="575"/>
                    </a:lnTo>
                    <a:lnTo>
                      <a:pt x="5" y="607"/>
                    </a:lnTo>
                    <a:lnTo>
                      <a:pt x="0" y="642"/>
                    </a:lnTo>
                    <a:lnTo>
                      <a:pt x="245" y="600"/>
                    </a:lnTo>
                    <a:lnTo>
                      <a:pt x="690" y="507"/>
                    </a:lnTo>
                    <a:lnTo>
                      <a:pt x="1033" y="425"/>
                    </a:lnTo>
                    <a:lnTo>
                      <a:pt x="1033" y="360"/>
                    </a:lnTo>
                    <a:lnTo>
                      <a:pt x="995" y="340"/>
                    </a:lnTo>
                    <a:lnTo>
                      <a:pt x="965" y="372"/>
                    </a:lnTo>
                    <a:lnTo>
                      <a:pt x="948" y="285"/>
                    </a:lnTo>
                    <a:lnTo>
                      <a:pt x="965" y="207"/>
                    </a:lnTo>
                    <a:lnTo>
                      <a:pt x="838" y="150"/>
                    </a:lnTo>
                    <a:lnTo>
                      <a:pt x="750" y="165"/>
                    </a:lnTo>
                    <a:lnTo>
                      <a:pt x="748" y="45"/>
                    </a:lnTo>
                    <a:lnTo>
                      <a:pt x="658" y="0"/>
                    </a:lnTo>
                    <a:lnTo>
                      <a:pt x="590" y="27"/>
                    </a:lnTo>
                    <a:lnTo>
                      <a:pt x="545" y="140"/>
                    </a:lnTo>
                    <a:lnTo>
                      <a:pt x="465" y="185"/>
                    </a:lnTo>
                    <a:lnTo>
                      <a:pt x="433" y="362"/>
                    </a:lnTo>
                    <a:lnTo>
                      <a:pt x="303" y="450"/>
                    </a:lnTo>
                    <a:lnTo>
                      <a:pt x="198" y="485"/>
                    </a:lnTo>
                    <a:lnTo>
                      <a:pt x="170" y="450"/>
                    </a:lnTo>
                    <a:close/>
                  </a:path>
                </a:pathLst>
              </a:custGeom>
              <a:solidFill>
                <a:srgbClr val="3366FF"/>
              </a:solidFill>
              <a:ln w="12700">
                <a:solidFill>
                  <a:srgbClr val="000000"/>
                </a:solidFill>
                <a:round/>
                <a:headEnd/>
                <a:tailEnd/>
              </a:ln>
            </p:spPr>
            <p:txBody>
              <a:bodyPr/>
              <a:lstStyle/>
              <a:p>
                <a:endParaRPr lang="en-US" dirty="0"/>
              </a:p>
            </p:txBody>
          </p:sp>
          <p:sp>
            <p:nvSpPr>
              <p:cNvPr id="183" name="Freeform 42"/>
              <p:cNvSpPr>
                <a:spLocks noChangeAspect="1"/>
              </p:cNvSpPr>
              <p:nvPr/>
            </p:nvSpPr>
            <p:spPr bwMode="auto">
              <a:xfrm rot="21486075">
                <a:off x="5705475" y="3562350"/>
                <a:ext cx="446088" cy="393700"/>
              </a:xfrm>
              <a:custGeom>
                <a:avLst/>
                <a:gdLst>
                  <a:gd name="T0" fmla="*/ 2147483647 w 585"/>
                  <a:gd name="T1" fmla="*/ 2147483647 h 613"/>
                  <a:gd name="T2" fmla="*/ 2147483647 w 585"/>
                  <a:gd name="T3" fmla="*/ 2147483647 h 613"/>
                  <a:gd name="T4" fmla="*/ 0 w 585"/>
                  <a:gd name="T5" fmla="*/ 2147483647 h 613"/>
                  <a:gd name="T6" fmla="*/ 2147483647 w 585"/>
                  <a:gd name="T7" fmla="*/ 2147483647 h 613"/>
                  <a:gd name="T8" fmla="*/ 2147483647 w 585"/>
                  <a:gd name="T9" fmla="*/ 2147483647 h 613"/>
                  <a:gd name="T10" fmla="*/ 2147483647 w 585"/>
                  <a:gd name="T11" fmla="*/ 2147483647 h 613"/>
                  <a:gd name="T12" fmla="*/ 2147483647 w 585"/>
                  <a:gd name="T13" fmla="*/ 2147483647 h 613"/>
                  <a:gd name="T14" fmla="*/ 2147483647 w 585"/>
                  <a:gd name="T15" fmla="*/ 2147483647 h 613"/>
                  <a:gd name="T16" fmla="*/ 2147483647 w 585"/>
                  <a:gd name="T17" fmla="*/ 2147483647 h 613"/>
                  <a:gd name="T18" fmla="*/ 2147483647 w 585"/>
                  <a:gd name="T19" fmla="*/ 2147483647 h 613"/>
                  <a:gd name="T20" fmla="*/ 2147483647 w 585"/>
                  <a:gd name="T21" fmla="*/ 2147483647 h 613"/>
                  <a:gd name="T22" fmla="*/ 2147483647 w 585"/>
                  <a:gd name="T23" fmla="*/ 2147483647 h 613"/>
                  <a:gd name="T24" fmla="*/ 2147483647 w 585"/>
                  <a:gd name="T25" fmla="*/ 2147483647 h 613"/>
                  <a:gd name="T26" fmla="*/ 2147483647 w 585"/>
                  <a:gd name="T27" fmla="*/ 2147483647 h 613"/>
                  <a:gd name="T28" fmla="*/ 2147483647 w 585"/>
                  <a:gd name="T29" fmla="*/ 2147483647 h 613"/>
                  <a:gd name="T30" fmla="*/ 2147483647 w 585"/>
                  <a:gd name="T31" fmla="*/ 2147483647 h 613"/>
                  <a:gd name="T32" fmla="*/ 2147483647 w 585"/>
                  <a:gd name="T33" fmla="*/ 0 h 613"/>
                  <a:gd name="T34" fmla="*/ 2147483647 w 585"/>
                  <a:gd name="T35" fmla="*/ 2147483647 h 613"/>
                  <a:gd name="T36" fmla="*/ 2147483647 w 585"/>
                  <a:gd name="T37" fmla="*/ 2147483647 h 613"/>
                  <a:gd name="T38" fmla="*/ 2147483647 w 585"/>
                  <a:gd name="T39" fmla="*/ 2147483647 h 613"/>
                  <a:gd name="T40" fmla="*/ 2147483647 w 585"/>
                  <a:gd name="T41" fmla="*/ 2147483647 h 6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5"/>
                  <a:gd name="T64" fmla="*/ 0 h 613"/>
                  <a:gd name="T65" fmla="*/ 585 w 585"/>
                  <a:gd name="T66" fmla="*/ 613 h 6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5" h="613">
                    <a:moveTo>
                      <a:pt x="60" y="320"/>
                    </a:moveTo>
                    <a:lnTo>
                      <a:pt x="15" y="308"/>
                    </a:lnTo>
                    <a:lnTo>
                      <a:pt x="0" y="405"/>
                    </a:lnTo>
                    <a:lnTo>
                      <a:pt x="15" y="508"/>
                    </a:lnTo>
                    <a:lnTo>
                      <a:pt x="100" y="578"/>
                    </a:lnTo>
                    <a:lnTo>
                      <a:pt x="120" y="613"/>
                    </a:lnTo>
                    <a:lnTo>
                      <a:pt x="227" y="578"/>
                    </a:lnTo>
                    <a:lnTo>
                      <a:pt x="355" y="495"/>
                    </a:lnTo>
                    <a:lnTo>
                      <a:pt x="392" y="315"/>
                    </a:lnTo>
                    <a:lnTo>
                      <a:pt x="475" y="268"/>
                    </a:lnTo>
                    <a:lnTo>
                      <a:pt x="520" y="158"/>
                    </a:lnTo>
                    <a:lnTo>
                      <a:pt x="585" y="128"/>
                    </a:lnTo>
                    <a:lnTo>
                      <a:pt x="500" y="113"/>
                    </a:lnTo>
                    <a:lnTo>
                      <a:pt x="352" y="193"/>
                    </a:lnTo>
                    <a:lnTo>
                      <a:pt x="330" y="115"/>
                    </a:lnTo>
                    <a:lnTo>
                      <a:pt x="202" y="123"/>
                    </a:lnTo>
                    <a:lnTo>
                      <a:pt x="172" y="0"/>
                    </a:lnTo>
                    <a:lnTo>
                      <a:pt x="140" y="33"/>
                    </a:lnTo>
                    <a:lnTo>
                      <a:pt x="150" y="208"/>
                    </a:lnTo>
                    <a:lnTo>
                      <a:pt x="92" y="223"/>
                    </a:lnTo>
                    <a:lnTo>
                      <a:pt x="60" y="320"/>
                    </a:lnTo>
                    <a:close/>
                  </a:path>
                </a:pathLst>
              </a:custGeom>
              <a:solidFill>
                <a:srgbClr val="C5E2FF"/>
              </a:solidFill>
              <a:ln w="12700">
                <a:solidFill>
                  <a:srgbClr val="000000"/>
                </a:solidFill>
                <a:round/>
                <a:headEnd/>
                <a:tailEnd/>
              </a:ln>
            </p:spPr>
            <p:txBody>
              <a:bodyPr/>
              <a:lstStyle/>
              <a:p>
                <a:endParaRPr lang="en-US" dirty="0"/>
              </a:p>
            </p:txBody>
          </p:sp>
          <p:sp>
            <p:nvSpPr>
              <p:cNvPr id="184" name="Freeform 43"/>
              <p:cNvSpPr>
                <a:spLocks noChangeAspect="1"/>
              </p:cNvSpPr>
              <p:nvPr/>
            </p:nvSpPr>
            <p:spPr bwMode="auto">
              <a:xfrm rot="21486075">
                <a:off x="6335713" y="3552825"/>
                <a:ext cx="123825" cy="131763"/>
              </a:xfrm>
              <a:custGeom>
                <a:avLst/>
                <a:gdLst>
                  <a:gd name="T0" fmla="*/ 0 w 165"/>
                  <a:gd name="T1" fmla="*/ 2147483647 h 205"/>
                  <a:gd name="T2" fmla="*/ 2147483647 w 165"/>
                  <a:gd name="T3" fmla="*/ 0 h 205"/>
                  <a:gd name="T4" fmla="*/ 2147483647 w 165"/>
                  <a:gd name="T5" fmla="*/ 2147483647 h 205"/>
                  <a:gd name="T6" fmla="*/ 2147483647 w 165"/>
                  <a:gd name="T7" fmla="*/ 2147483647 h 205"/>
                  <a:gd name="T8" fmla="*/ 2147483647 w 165"/>
                  <a:gd name="T9" fmla="*/ 2147483647 h 205"/>
                  <a:gd name="T10" fmla="*/ 2147483647 w 165"/>
                  <a:gd name="T11" fmla="*/ 2147483647 h 205"/>
                  <a:gd name="T12" fmla="*/ 2147483647 w 165"/>
                  <a:gd name="T13" fmla="*/ 2147483647 h 205"/>
                  <a:gd name="T14" fmla="*/ 0 w 165"/>
                  <a:gd name="T15" fmla="*/ 2147483647 h 205"/>
                  <a:gd name="T16" fmla="*/ 0 60000 65536"/>
                  <a:gd name="T17" fmla="*/ 0 60000 65536"/>
                  <a:gd name="T18" fmla="*/ 0 60000 65536"/>
                  <a:gd name="T19" fmla="*/ 0 60000 65536"/>
                  <a:gd name="T20" fmla="*/ 0 60000 65536"/>
                  <a:gd name="T21" fmla="*/ 0 60000 65536"/>
                  <a:gd name="T22" fmla="*/ 0 60000 65536"/>
                  <a:gd name="T23" fmla="*/ 0 60000 65536"/>
                  <a:gd name="T24" fmla="*/ 0 w 165"/>
                  <a:gd name="T25" fmla="*/ 0 h 205"/>
                  <a:gd name="T26" fmla="*/ 165 w 165"/>
                  <a:gd name="T27" fmla="*/ 205 h 20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5" h="205">
                    <a:moveTo>
                      <a:pt x="0" y="13"/>
                    </a:moveTo>
                    <a:lnTo>
                      <a:pt x="35" y="0"/>
                    </a:lnTo>
                    <a:lnTo>
                      <a:pt x="110" y="45"/>
                    </a:lnTo>
                    <a:lnTo>
                      <a:pt x="110" y="90"/>
                    </a:lnTo>
                    <a:lnTo>
                      <a:pt x="163" y="123"/>
                    </a:lnTo>
                    <a:lnTo>
                      <a:pt x="165" y="183"/>
                    </a:lnTo>
                    <a:lnTo>
                      <a:pt x="80" y="205"/>
                    </a:lnTo>
                    <a:lnTo>
                      <a:pt x="0" y="13"/>
                    </a:lnTo>
                    <a:close/>
                  </a:path>
                </a:pathLst>
              </a:custGeom>
              <a:solidFill>
                <a:srgbClr val="C5E2FF"/>
              </a:solidFill>
              <a:ln w="12700">
                <a:solidFill>
                  <a:srgbClr val="000000"/>
                </a:solidFill>
                <a:round/>
                <a:headEnd/>
                <a:tailEnd/>
              </a:ln>
            </p:spPr>
            <p:txBody>
              <a:bodyPr/>
              <a:lstStyle/>
              <a:p>
                <a:endParaRPr lang="en-US" dirty="0"/>
              </a:p>
            </p:txBody>
          </p:sp>
          <p:sp>
            <p:nvSpPr>
              <p:cNvPr id="185" name="Freeform 44"/>
              <p:cNvSpPr>
                <a:spLocks noChangeAspect="1"/>
              </p:cNvSpPr>
              <p:nvPr/>
            </p:nvSpPr>
            <p:spPr bwMode="auto">
              <a:xfrm rot="21486075">
                <a:off x="5795963" y="3305175"/>
                <a:ext cx="601662" cy="334963"/>
              </a:xfrm>
              <a:custGeom>
                <a:avLst/>
                <a:gdLst>
                  <a:gd name="T0" fmla="*/ 2147483647 w 792"/>
                  <a:gd name="T1" fmla="*/ 2147483647 h 520"/>
                  <a:gd name="T2" fmla="*/ 0 w 792"/>
                  <a:gd name="T3" fmla="*/ 2147483647 h 520"/>
                  <a:gd name="T4" fmla="*/ 2147483647 w 792"/>
                  <a:gd name="T5" fmla="*/ 2147483647 h 520"/>
                  <a:gd name="T6" fmla="*/ 2147483647 w 792"/>
                  <a:gd name="T7" fmla="*/ 2147483647 h 520"/>
                  <a:gd name="T8" fmla="*/ 2147483647 w 792"/>
                  <a:gd name="T9" fmla="*/ 2147483647 h 520"/>
                  <a:gd name="T10" fmla="*/ 2147483647 w 792"/>
                  <a:gd name="T11" fmla="*/ 2147483647 h 520"/>
                  <a:gd name="T12" fmla="*/ 2147483647 w 792"/>
                  <a:gd name="T13" fmla="*/ 2147483647 h 520"/>
                  <a:gd name="T14" fmla="*/ 2147483647 w 792"/>
                  <a:gd name="T15" fmla="*/ 2147483647 h 520"/>
                  <a:gd name="T16" fmla="*/ 2147483647 w 792"/>
                  <a:gd name="T17" fmla="*/ 2147483647 h 520"/>
                  <a:gd name="T18" fmla="*/ 2147483647 w 792"/>
                  <a:gd name="T19" fmla="*/ 2147483647 h 520"/>
                  <a:gd name="T20" fmla="*/ 2147483647 w 792"/>
                  <a:gd name="T21" fmla="*/ 2147483647 h 520"/>
                  <a:gd name="T22" fmla="*/ 2147483647 w 792"/>
                  <a:gd name="T23" fmla="*/ 2147483647 h 520"/>
                  <a:gd name="T24" fmla="*/ 2147483647 w 792"/>
                  <a:gd name="T25" fmla="*/ 0 h 520"/>
                  <a:gd name="T26" fmla="*/ 2147483647 w 792"/>
                  <a:gd name="T27" fmla="*/ 2147483647 h 520"/>
                  <a:gd name="T28" fmla="*/ 2147483647 w 792"/>
                  <a:gd name="T29" fmla="*/ 2147483647 h 5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2"/>
                  <a:gd name="T46" fmla="*/ 0 h 520"/>
                  <a:gd name="T47" fmla="*/ 792 w 792"/>
                  <a:gd name="T48" fmla="*/ 520 h 5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2" h="520">
                    <a:moveTo>
                      <a:pt x="72" y="75"/>
                    </a:moveTo>
                    <a:lnTo>
                      <a:pt x="0" y="145"/>
                    </a:lnTo>
                    <a:lnTo>
                      <a:pt x="40" y="397"/>
                    </a:lnTo>
                    <a:lnTo>
                      <a:pt x="72" y="520"/>
                    </a:lnTo>
                    <a:lnTo>
                      <a:pt x="207" y="510"/>
                    </a:lnTo>
                    <a:lnTo>
                      <a:pt x="707" y="415"/>
                    </a:lnTo>
                    <a:lnTo>
                      <a:pt x="742" y="400"/>
                    </a:lnTo>
                    <a:lnTo>
                      <a:pt x="792" y="282"/>
                    </a:lnTo>
                    <a:lnTo>
                      <a:pt x="717" y="217"/>
                    </a:lnTo>
                    <a:lnTo>
                      <a:pt x="757" y="67"/>
                    </a:lnTo>
                    <a:lnTo>
                      <a:pt x="700" y="52"/>
                    </a:lnTo>
                    <a:lnTo>
                      <a:pt x="700" y="15"/>
                    </a:lnTo>
                    <a:lnTo>
                      <a:pt x="675" y="0"/>
                    </a:lnTo>
                    <a:lnTo>
                      <a:pt x="95" y="107"/>
                    </a:lnTo>
                    <a:lnTo>
                      <a:pt x="72" y="75"/>
                    </a:lnTo>
                    <a:close/>
                  </a:path>
                </a:pathLst>
              </a:custGeom>
              <a:solidFill>
                <a:srgbClr val="C5E2FF"/>
              </a:solidFill>
              <a:ln w="12700">
                <a:solidFill>
                  <a:srgbClr val="000000"/>
                </a:solidFill>
                <a:round/>
                <a:headEnd/>
                <a:tailEnd/>
              </a:ln>
            </p:spPr>
            <p:txBody>
              <a:bodyPr/>
              <a:lstStyle/>
              <a:p>
                <a:endParaRPr lang="en-US" dirty="0"/>
              </a:p>
            </p:txBody>
          </p:sp>
          <p:sp>
            <p:nvSpPr>
              <p:cNvPr id="186" name="Freeform 45"/>
              <p:cNvSpPr>
                <a:spLocks noChangeAspect="1"/>
              </p:cNvSpPr>
              <p:nvPr/>
            </p:nvSpPr>
            <p:spPr bwMode="auto">
              <a:xfrm rot="21486075">
                <a:off x="6342063" y="3332163"/>
                <a:ext cx="158750" cy="268287"/>
              </a:xfrm>
              <a:custGeom>
                <a:avLst/>
                <a:gdLst>
                  <a:gd name="T0" fmla="*/ 2147483647 w 210"/>
                  <a:gd name="T1" fmla="*/ 2147483647 h 415"/>
                  <a:gd name="T2" fmla="*/ 2147483647 w 210"/>
                  <a:gd name="T3" fmla="*/ 0 h 415"/>
                  <a:gd name="T4" fmla="*/ 2147483647 w 210"/>
                  <a:gd name="T5" fmla="*/ 2147483647 h 415"/>
                  <a:gd name="T6" fmla="*/ 2147483647 w 210"/>
                  <a:gd name="T7" fmla="*/ 2147483647 h 415"/>
                  <a:gd name="T8" fmla="*/ 2147483647 w 210"/>
                  <a:gd name="T9" fmla="*/ 2147483647 h 415"/>
                  <a:gd name="T10" fmla="*/ 2147483647 w 210"/>
                  <a:gd name="T11" fmla="*/ 2147483647 h 415"/>
                  <a:gd name="T12" fmla="*/ 2147483647 w 210"/>
                  <a:gd name="T13" fmla="*/ 2147483647 h 415"/>
                  <a:gd name="T14" fmla="*/ 2147483647 w 210"/>
                  <a:gd name="T15" fmla="*/ 2147483647 h 415"/>
                  <a:gd name="T16" fmla="*/ 2147483647 w 210"/>
                  <a:gd name="T17" fmla="*/ 2147483647 h 415"/>
                  <a:gd name="T18" fmla="*/ 2147483647 w 210"/>
                  <a:gd name="T19" fmla="*/ 2147483647 h 415"/>
                  <a:gd name="T20" fmla="*/ 2147483647 w 210"/>
                  <a:gd name="T21" fmla="*/ 2147483647 h 415"/>
                  <a:gd name="T22" fmla="*/ 0 w 210"/>
                  <a:gd name="T23" fmla="*/ 2147483647 h 415"/>
                  <a:gd name="T24" fmla="*/ 2147483647 w 210"/>
                  <a:gd name="T25" fmla="*/ 2147483647 h 4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0"/>
                  <a:gd name="T40" fmla="*/ 0 h 415"/>
                  <a:gd name="T41" fmla="*/ 210 w 210"/>
                  <a:gd name="T42" fmla="*/ 415 h 4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0" h="415">
                    <a:moveTo>
                      <a:pt x="38" y="2"/>
                    </a:moveTo>
                    <a:lnTo>
                      <a:pt x="88" y="0"/>
                    </a:lnTo>
                    <a:lnTo>
                      <a:pt x="188" y="62"/>
                    </a:lnTo>
                    <a:lnTo>
                      <a:pt x="173" y="112"/>
                    </a:lnTo>
                    <a:lnTo>
                      <a:pt x="208" y="145"/>
                    </a:lnTo>
                    <a:lnTo>
                      <a:pt x="210" y="340"/>
                    </a:lnTo>
                    <a:lnTo>
                      <a:pt x="175" y="415"/>
                    </a:lnTo>
                    <a:lnTo>
                      <a:pt x="135" y="387"/>
                    </a:lnTo>
                    <a:lnTo>
                      <a:pt x="93" y="385"/>
                    </a:lnTo>
                    <a:lnTo>
                      <a:pt x="20" y="345"/>
                    </a:lnTo>
                    <a:lnTo>
                      <a:pt x="75" y="222"/>
                    </a:lnTo>
                    <a:lnTo>
                      <a:pt x="0" y="157"/>
                    </a:lnTo>
                    <a:lnTo>
                      <a:pt x="38" y="2"/>
                    </a:lnTo>
                    <a:close/>
                  </a:path>
                </a:pathLst>
              </a:custGeom>
              <a:solidFill>
                <a:srgbClr val="3366FF"/>
              </a:solidFill>
              <a:ln w="12700">
                <a:solidFill>
                  <a:srgbClr val="000000"/>
                </a:solidFill>
                <a:round/>
                <a:headEnd/>
                <a:tailEnd/>
              </a:ln>
            </p:spPr>
            <p:txBody>
              <a:bodyPr/>
              <a:lstStyle/>
              <a:p>
                <a:endParaRPr lang="en-US" dirty="0"/>
              </a:p>
            </p:txBody>
          </p:sp>
          <p:sp>
            <p:nvSpPr>
              <p:cNvPr id="187" name="Freeform 46"/>
              <p:cNvSpPr>
                <a:spLocks noChangeAspect="1"/>
              </p:cNvSpPr>
              <p:nvPr/>
            </p:nvSpPr>
            <p:spPr bwMode="auto">
              <a:xfrm rot="21486075">
                <a:off x="5835650" y="2924175"/>
                <a:ext cx="668338" cy="458788"/>
              </a:xfrm>
              <a:custGeom>
                <a:avLst/>
                <a:gdLst>
                  <a:gd name="T0" fmla="*/ 2147483647 w 878"/>
                  <a:gd name="T1" fmla="*/ 2147483647 h 715"/>
                  <a:gd name="T2" fmla="*/ 2147483647 w 878"/>
                  <a:gd name="T3" fmla="*/ 2147483647 h 715"/>
                  <a:gd name="T4" fmla="*/ 2147483647 w 878"/>
                  <a:gd name="T5" fmla="*/ 2147483647 h 715"/>
                  <a:gd name="T6" fmla="*/ 2147483647 w 878"/>
                  <a:gd name="T7" fmla="*/ 2147483647 h 715"/>
                  <a:gd name="T8" fmla="*/ 2147483647 w 878"/>
                  <a:gd name="T9" fmla="*/ 2147483647 h 715"/>
                  <a:gd name="T10" fmla="*/ 2147483647 w 878"/>
                  <a:gd name="T11" fmla="*/ 2147483647 h 715"/>
                  <a:gd name="T12" fmla="*/ 2147483647 w 878"/>
                  <a:gd name="T13" fmla="*/ 2147483647 h 715"/>
                  <a:gd name="T14" fmla="*/ 2147483647 w 878"/>
                  <a:gd name="T15" fmla="*/ 2147483647 h 715"/>
                  <a:gd name="T16" fmla="*/ 2147483647 w 878"/>
                  <a:gd name="T17" fmla="*/ 2147483647 h 715"/>
                  <a:gd name="T18" fmla="*/ 2147483647 w 878"/>
                  <a:gd name="T19" fmla="*/ 2147483647 h 715"/>
                  <a:gd name="T20" fmla="*/ 2147483647 w 878"/>
                  <a:gd name="T21" fmla="*/ 2147483647 h 715"/>
                  <a:gd name="T22" fmla="*/ 2147483647 w 878"/>
                  <a:gd name="T23" fmla="*/ 2147483647 h 715"/>
                  <a:gd name="T24" fmla="*/ 2147483647 w 878"/>
                  <a:gd name="T25" fmla="*/ 0 h 715"/>
                  <a:gd name="T26" fmla="*/ 2147483647 w 878"/>
                  <a:gd name="T27" fmla="*/ 2147483647 h 715"/>
                  <a:gd name="T28" fmla="*/ 2147483647 w 878"/>
                  <a:gd name="T29" fmla="*/ 2147483647 h 715"/>
                  <a:gd name="T30" fmla="*/ 2147483647 w 878"/>
                  <a:gd name="T31" fmla="*/ 2147483647 h 715"/>
                  <a:gd name="T32" fmla="*/ 2147483647 w 878"/>
                  <a:gd name="T33" fmla="*/ 2147483647 h 715"/>
                  <a:gd name="T34" fmla="*/ 2147483647 w 878"/>
                  <a:gd name="T35" fmla="*/ 2147483647 h 715"/>
                  <a:gd name="T36" fmla="*/ 2147483647 w 878"/>
                  <a:gd name="T37" fmla="*/ 2147483647 h 715"/>
                  <a:gd name="T38" fmla="*/ 2147483647 w 878"/>
                  <a:gd name="T39" fmla="*/ 2147483647 h 715"/>
                  <a:gd name="T40" fmla="*/ 2147483647 w 878"/>
                  <a:gd name="T41" fmla="*/ 2147483647 h 715"/>
                  <a:gd name="T42" fmla="*/ 2147483647 w 878"/>
                  <a:gd name="T43" fmla="*/ 2147483647 h 715"/>
                  <a:gd name="T44" fmla="*/ 2147483647 w 878"/>
                  <a:gd name="T45" fmla="*/ 2147483647 h 715"/>
                  <a:gd name="T46" fmla="*/ 2147483647 w 878"/>
                  <a:gd name="T47" fmla="*/ 2147483647 h 715"/>
                  <a:gd name="T48" fmla="*/ 2147483647 w 878"/>
                  <a:gd name="T49" fmla="*/ 2147483647 h 715"/>
                  <a:gd name="T50" fmla="*/ 2147483647 w 878"/>
                  <a:gd name="T51" fmla="*/ 2147483647 h 715"/>
                  <a:gd name="T52" fmla="*/ 2147483647 w 878"/>
                  <a:gd name="T53" fmla="*/ 2147483647 h 715"/>
                  <a:gd name="T54" fmla="*/ 2147483647 w 878"/>
                  <a:gd name="T55" fmla="*/ 2147483647 h 715"/>
                  <a:gd name="T56" fmla="*/ 0 w 878"/>
                  <a:gd name="T57" fmla="*/ 2147483647 h 715"/>
                  <a:gd name="T58" fmla="*/ 2147483647 w 878"/>
                  <a:gd name="T59" fmla="*/ 2147483647 h 715"/>
                  <a:gd name="T60" fmla="*/ 2147483647 w 878"/>
                  <a:gd name="T61" fmla="*/ 2147483647 h 7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8"/>
                  <a:gd name="T94" fmla="*/ 0 h 715"/>
                  <a:gd name="T95" fmla="*/ 878 w 878"/>
                  <a:gd name="T96" fmla="*/ 715 h 7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8" h="715">
                    <a:moveTo>
                      <a:pt x="68" y="480"/>
                    </a:moveTo>
                    <a:lnTo>
                      <a:pt x="150" y="438"/>
                    </a:lnTo>
                    <a:lnTo>
                      <a:pt x="263" y="428"/>
                    </a:lnTo>
                    <a:lnTo>
                      <a:pt x="290" y="390"/>
                    </a:lnTo>
                    <a:lnTo>
                      <a:pt x="330" y="385"/>
                    </a:lnTo>
                    <a:lnTo>
                      <a:pt x="353" y="345"/>
                    </a:lnTo>
                    <a:lnTo>
                      <a:pt x="390" y="330"/>
                    </a:lnTo>
                    <a:lnTo>
                      <a:pt x="373" y="255"/>
                    </a:lnTo>
                    <a:lnTo>
                      <a:pt x="350" y="235"/>
                    </a:lnTo>
                    <a:lnTo>
                      <a:pt x="398" y="175"/>
                    </a:lnTo>
                    <a:lnTo>
                      <a:pt x="428" y="175"/>
                    </a:lnTo>
                    <a:lnTo>
                      <a:pt x="530" y="48"/>
                    </a:lnTo>
                    <a:lnTo>
                      <a:pt x="688" y="0"/>
                    </a:lnTo>
                    <a:lnTo>
                      <a:pt x="705" y="120"/>
                    </a:lnTo>
                    <a:lnTo>
                      <a:pt x="713" y="115"/>
                    </a:lnTo>
                    <a:lnTo>
                      <a:pt x="750" y="158"/>
                    </a:lnTo>
                    <a:lnTo>
                      <a:pt x="753" y="280"/>
                    </a:lnTo>
                    <a:lnTo>
                      <a:pt x="800" y="380"/>
                    </a:lnTo>
                    <a:lnTo>
                      <a:pt x="818" y="510"/>
                    </a:lnTo>
                    <a:lnTo>
                      <a:pt x="823" y="623"/>
                    </a:lnTo>
                    <a:lnTo>
                      <a:pt x="878" y="660"/>
                    </a:lnTo>
                    <a:lnTo>
                      <a:pt x="838" y="715"/>
                    </a:lnTo>
                    <a:lnTo>
                      <a:pt x="735" y="650"/>
                    </a:lnTo>
                    <a:lnTo>
                      <a:pt x="683" y="655"/>
                    </a:lnTo>
                    <a:lnTo>
                      <a:pt x="630" y="640"/>
                    </a:lnTo>
                    <a:lnTo>
                      <a:pt x="633" y="603"/>
                    </a:lnTo>
                    <a:lnTo>
                      <a:pt x="600" y="590"/>
                    </a:lnTo>
                    <a:lnTo>
                      <a:pt x="25" y="700"/>
                    </a:lnTo>
                    <a:lnTo>
                      <a:pt x="0" y="668"/>
                    </a:lnTo>
                    <a:lnTo>
                      <a:pt x="88" y="540"/>
                    </a:lnTo>
                    <a:lnTo>
                      <a:pt x="68" y="480"/>
                    </a:lnTo>
                    <a:close/>
                  </a:path>
                </a:pathLst>
              </a:custGeom>
              <a:solidFill>
                <a:srgbClr val="3366FF"/>
              </a:solidFill>
              <a:ln w="12700">
                <a:solidFill>
                  <a:srgbClr val="000000"/>
                </a:solidFill>
                <a:round/>
                <a:headEnd/>
                <a:tailEnd/>
              </a:ln>
            </p:spPr>
            <p:txBody>
              <a:bodyPr/>
              <a:lstStyle/>
              <a:p>
                <a:endParaRPr lang="en-US" dirty="0"/>
              </a:p>
            </p:txBody>
          </p:sp>
          <p:sp>
            <p:nvSpPr>
              <p:cNvPr id="188" name="Freeform 47"/>
              <p:cNvSpPr>
                <a:spLocks noChangeAspect="1"/>
              </p:cNvSpPr>
              <p:nvPr/>
            </p:nvSpPr>
            <p:spPr bwMode="auto">
              <a:xfrm rot="21486075">
                <a:off x="6351588" y="2887663"/>
                <a:ext cx="177800" cy="277812"/>
              </a:xfrm>
              <a:custGeom>
                <a:avLst/>
                <a:gdLst>
                  <a:gd name="T0" fmla="*/ 0 w 232"/>
                  <a:gd name="T1" fmla="*/ 2147483647 h 430"/>
                  <a:gd name="T2" fmla="*/ 2147483647 w 232"/>
                  <a:gd name="T3" fmla="*/ 0 h 430"/>
                  <a:gd name="T4" fmla="*/ 2147483647 w 232"/>
                  <a:gd name="T5" fmla="*/ 2147483647 h 430"/>
                  <a:gd name="T6" fmla="*/ 2147483647 w 232"/>
                  <a:gd name="T7" fmla="*/ 2147483647 h 430"/>
                  <a:gd name="T8" fmla="*/ 2147483647 w 232"/>
                  <a:gd name="T9" fmla="*/ 2147483647 h 430"/>
                  <a:gd name="T10" fmla="*/ 2147483647 w 232"/>
                  <a:gd name="T11" fmla="*/ 2147483647 h 430"/>
                  <a:gd name="T12" fmla="*/ 2147483647 w 232"/>
                  <a:gd name="T13" fmla="*/ 2147483647 h 430"/>
                  <a:gd name="T14" fmla="*/ 2147483647 w 232"/>
                  <a:gd name="T15" fmla="*/ 2147483647 h 430"/>
                  <a:gd name="T16" fmla="*/ 2147483647 w 232"/>
                  <a:gd name="T17" fmla="*/ 2147483647 h 430"/>
                  <a:gd name="T18" fmla="*/ 0 w 232"/>
                  <a:gd name="T19" fmla="*/ 2147483647 h 4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2"/>
                  <a:gd name="T31" fmla="*/ 0 h 430"/>
                  <a:gd name="T32" fmla="*/ 232 w 232"/>
                  <a:gd name="T33" fmla="*/ 430 h 4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2" h="430">
                    <a:moveTo>
                      <a:pt x="0" y="45"/>
                    </a:moveTo>
                    <a:lnTo>
                      <a:pt x="170" y="0"/>
                    </a:lnTo>
                    <a:lnTo>
                      <a:pt x="232" y="118"/>
                    </a:lnTo>
                    <a:lnTo>
                      <a:pt x="200" y="148"/>
                    </a:lnTo>
                    <a:lnTo>
                      <a:pt x="212" y="408"/>
                    </a:lnTo>
                    <a:lnTo>
                      <a:pt x="115" y="430"/>
                    </a:lnTo>
                    <a:lnTo>
                      <a:pt x="67" y="323"/>
                    </a:lnTo>
                    <a:lnTo>
                      <a:pt x="65" y="195"/>
                    </a:lnTo>
                    <a:lnTo>
                      <a:pt x="22" y="158"/>
                    </a:lnTo>
                    <a:lnTo>
                      <a:pt x="0" y="45"/>
                    </a:lnTo>
                    <a:close/>
                  </a:path>
                </a:pathLst>
              </a:custGeom>
              <a:solidFill>
                <a:srgbClr val="C5E2FF"/>
              </a:solidFill>
              <a:ln w="12700">
                <a:solidFill>
                  <a:srgbClr val="000000"/>
                </a:solidFill>
                <a:round/>
                <a:headEnd/>
                <a:tailEnd/>
              </a:ln>
            </p:spPr>
            <p:txBody>
              <a:bodyPr/>
              <a:lstStyle/>
              <a:p>
                <a:endParaRPr lang="en-US" dirty="0"/>
              </a:p>
            </p:txBody>
          </p:sp>
          <p:sp>
            <p:nvSpPr>
              <p:cNvPr id="189" name="Freeform 48"/>
              <p:cNvSpPr>
                <a:spLocks noChangeAspect="1"/>
              </p:cNvSpPr>
              <p:nvPr/>
            </p:nvSpPr>
            <p:spPr bwMode="auto">
              <a:xfrm rot="21486075">
                <a:off x="6442075" y="3097213"/>
                <a:ext cx="377825" cy="144462"/>
              </a:xfrm>
              <a:custGeom>
                <a:avLst/>
                <a:gdLst>
                  <a:gd name="T0" fmla="*/ 0 w 495"/>
                  <a:gd name="T1" fmla="*/ 2147483647 h 225"/>
                  <a:gd name="T2" fmla="*/ 2147483647 w 495"/>
                  <a:gd name="T3" fmla="*/ 2147483647 h 225"/>
                  <a:gd name="T4" fmla="*/ 2147483647 w 495"/>
                  <a:gd name="T5" fmla="*/ 2147483647 h 225"/>
                  <a:gd name="T6" fmla="*/ 2147483647 w 495"/>
                  <a:gd name="T7" fmla="*/ 0 h 225"/>
                  <a:gd name="T8" fmla="*/ 2147483647 w 495"/>
                  <a:gd name="T9" fmla="*/ 2147483647 h 225"/>
                  <a:gd name="T10" fmla="*/ 2147483647 w 495"/>
                  <a:gd name="T11" fmla="*/ 2147483647 h 225"/>
                  <a:gd name="T12" fmla="*/ 2147483647 w 495"/>
                  <a:gd name="T13" fmla="*/ 2147483647 h 225"/>
                  <a:gd name="T14" fmla="*/ 2147483647 w 495"/>
                  <a:gd name="T15" fmla="*/ 2147483647 h 225"/>
                  <a:gd name="T16" fmla="*/ 2147483647 w 495"/>
                  <a:gd name="T17" fmla="*/ 2147483647 h 225"/>
                  <a:gd name="T18" fmla="*/ 2147483647 w 495"/>
                  <a:gd name="T19" fmla="*/ 2147483647 h 225"/>
                  <a:gd name="T20" fmla="*/ 2147483647 w 495"/>
                  <a:gd name="T21" fmla="*/ 2147483647 h 225"/>
                  <a:gd name="T22" fmla="*/ 2147483647 w 495"/>
                  <a:gd name="T23" fmla="*/ 2147483647 h 225"/>
                  <a:gd name="T24" fmla="*/ 2147483647 w 495"/>
                  <a:gd name="T25" fmla="*/ 2147483647 h 225"/>
                  <a:gd name="T26" fmla="*/ 2147483647 w 495"/>
                  <a:gd name="T27" fmla="*/ 2147483647 h 225"/>
                  <a:gd name="T28" fmla="*/ 2147483647 w 495"/>
                  <a:gd name="T29" fmla="*/ 2147483647 h 225"/>
                  <a:gd name="T30" fmla="*/ 2147483647 w 495"/>
                  <a:gd name="T31" fmla="*/ 2147483647 h 225"/>
                  <a:gd name="T32" fmla="*/ 2147483647 w 495"/>
                  <a:gd name="T33" fmla="*/ 2147483647 h 225"/>
                  <a:gd name="T34" fmla="*/ 2147483647 w 495"/>
                  <a:gd name="T35" fmla="*/ 2147483647 h 225"/>
                  <a:gd name="T36" fmla="*/ 2147483647 w 495"/>
                  <a:gd name="T37" fmla="*/ 2147483647 h 225"/>
                  <a:gd name="T38" fmla="*/ 0 w 495"/>
                  <a:gd name="T39" fmla="*/ 2147483647 h 22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95"/>
                  <a:gd name="T61" fmla="*/ 0 h 225"/>
                  <a:gd name="T62" fmla="*/ 495 w 495"/>
                  <a:gd name="T63" fmla="*/ 225 h 22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95" h="225">
                    <a:moveTo>
                      <a:pt x="0" y="90"/>
                    </a:moveTo>
                    <a:lnTo>
                      <a:pt x="253" y="28"/>
                    </a:lnTo>
                    <a:lnTo>
                      <a:pt x="283" y="30"/>
                    </a:lnTo>
                    <a:lnTo>
                      <a:pt x="313" y="0"/>
                    </a:lnTo>
                    <a:lnTo>
                      <a:pt x="338" y="15"/>
                    </a:lnTo>
                    <a:lnTo>
                      <a:pt x="308" y="80"/>
                    </a:lnTo>
                    <a:lnTo>
                      <a:pt x="360" y="75"/>
                    </a:lnTo>
                    <a:lnTo>
                      <a:pt x="390" y="125"/>
                    </a:lnTo>
                    <a:lnTo>
                      <a:pt x="425" y="130"/>
                    </a:lnTo>
                    <a:lnTo>
                      <a:pt x="450" y="123"/>
                    </a:lnTo>
                    <a:lnTo>
                      <a:pt x="450" y="95"/>
                    </a:lnTo>
                    <a:lnTo>
                      <a:pt x="408" y="60"/>
                    </a:lnTo>
                    <a:lnTo>
                      <a:pt x="440" y="58"/>
                    </a:lnTo>
                    <a:lnTo>
                      <a:pt x="495" y="133"/>
                    </a:lnTo>
                    <a:lnTo>
                      <a:pt x="443" y="178"/>
                    </a:lnTo>
                    <a:lnTo>
                      <a:pt x="383" y="155"/>
                    </a:lnTo>
                    <a:lnTo>
                      <a:pt x="345" y="210"/>
                    </a:lnTo>
                    <a:lnTo>
                      <a:pt x="270" y="155"/>
                    </a:lnTo>
                    <a:lnTo>
                      <a:pt x="20" y="225"/>
                    </a:lnTo>
                    <a:lnTo>
                      <a:pt x="0" y="90"/>
                    </a:lnTo>
                    <a:close/>
                  </a:path>
                </a:pathLst>
              </a:custGeom>
              <a:solidFill>
                <a:srgbClr val="3366FF"/>
              </a:solidFill>
              <a:ln w="12700">
                <a:solidFill>
                  <a:srgbClr val="000000"/>
                </a:solidFill>
                <a:round/>
                <a:headEnd/>
                <a:tailEnd/>
              </a:ln>
            </p:spPr>
            <p:txBody>
              <a:bodyPr/>
              <a:lstStyle/>
              <a:p>
                <a:endParaRPr lang="en-US" dirty="0"/>
              </a:p>
            </p:txBody>
          </p:sp>
          <p:sp>
            <p:nvSpPr>
              <p:cNvPr id="190" name="Freeform 49"/>
              <p:cNvSpPr>
                <a:spLocks noChangeAspect="1"/>
              </p:cNvSpPr>
              <p:nvPr/>
            </p:nvSpPr>
            <p:spPr bwMode="auto">
              <a:xfrm rot="21486075">
                <a:off x="6459538" y="3209925"/>
                <a:ext cx="195262" cy="127000"/>
              </a:xfrm>
              <a:custGeom>
                <a:avLst/>
                <a:gdLst>
                  <a:gd name="T0" fmla="*/ 0 w 257"/>
                  <a:gd name="T1" fmla="*/ 2147483647 h 198"/>
                  <a:gd name="T2" fmla="*/ 2147483647 w 257"/>
                  <a:gd name="T3" fmla="*/ 0 h 198"/>
                  <a:gd name="T4" fmla="*/ 2147483647 w 257"/>
                  <a:gd name="T5" fmla="*/ 2147483647 h 198"/>
                  <a:gd name="T6" fmla="*/ 2147483647 w 257"/>
                  <a:gd name="T7" fmla="*/ 2147483647 h 198"/>
                  <a:gd name="T8" fmla="*/ 2147483647 w 257"/>
                  <a:gd name="T9" fmla="*/ 2147483647 h 198"/>
                  <a:gd name="T10" fmla="*/ 2147483647 w 257"/>
                  <a:gd name="T11" fmla="*/ 2147483647 h 198"/>
                  <a:gd name="T12" fmla="*/ 2147483647 w 257"/>
                  <a:gd name="T13" fmla="*/ 2147483647 h 198"/>
                  <a:gd name="T14" fmla="*/ 0 w 257"/>
                  <a:gd name="T15" fmla="*/ 2147483647 h 198"/>
                  <a:gd name="T16" fmla="*/ 0 60000 65536"/>
                  <a:gd name="T17" fmla="*/ 0 60000 65536"/>
                  <a:gd name="T18" fmla="*/ 0 60000 65536"/>
                  <a:gd name="T19" fmla="*/ 0 60000 65536"/>
                  <a:gd name="T20" fmla="*/ 0 60000 65536"/>
                  <a:gd name="T21" fmla="*/ 0 60000 65536"/>
                  <a:gd name="T22" fmla="*/ 0 60000 65536"/>
                  <a:gd name="T23" fmla="*/ 0 60000 65536"/>
                  <a:gd name="T24" fmla="*/ 0 w 257"/>
                  <a:gd name="T25" fmla="*/ 0 h 198"/>
                  <a:gd name="T26" fmla="*/ 257 w 257"/>
                  <a:gd name="T27" fmla="*/ 198 h 1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7" h="198">
                    <a:moveTo>
                      <a:pt x="0" y="50"/>
                    </a:moveTo>
                    <a:lnTo>
                      <a:pt x="197" y="0"/>
                    </a:lnTo>
                    <a:lnTo>
                      <a:pt x="257" y="90"/>
                    </a:lnTo>
                    <a:lnTo>
                      <a:pt x="222" y="130"/>
                    </a:lnTo>
                    <a:lnTo>
                      <a:pt x="160" y="115"/>
                    </a:lnTo>
                    <a:lnTo>
                      <a:pt x="62" y="198"/>
                    </a:lnTo>
                    <a:lnTo>
                      <a:pt x="10" y="155"/>
                    </a:lnTo>
                    <a:lnTo>
                      <a:pt x="0" y="50"/>
                    </a:lnTo>
                    <a:close/>
                  </a:path>
                </a:pathLst>
              </a:custGeom>
              <a:solidFill>
                <a:srgbClr val="C5E2FF"/>
              </a:solidFill>
              <a:ln w="12700">
                <a:solidFill>
                  <a:srgbClr val="000000"/>
                </a:solidFill>
                <a:round/>
                <a:headEnd/>
                <a:tailEnd/>
              </a:ln>
            </p:spPr>
            <p:txBody>
              <a:bodyPr/>
              <a:lstStyle/>
              <a:p>
                <a:endParaRPr lang="en-US" dirty="0"/>
              </a:p>
            </p:txBody>
          </p:sp>
          <p:sp>
            <p:nvSpPr>
              <p:cNvPr id="191" name="Freeform 50"/>
              <p:cNvSpPr>
                <a:spLocks noChangeAspect="1"/>
              </p:cNvSpPr>
              <p:nvPr/>
            </p:nvSpPr>
            <p:spPr bwMode="auto">
              <a:xfrm rot="21486075">
                <a:off x="6494463" y="3295650"/>
                <a:ext cx="193675" cy="98425"/>
              </a:xfrm>
              <a:custGeom>
                <a:avLst/>
                <a:gdLst>
                  <a:gd name="T0" fmla="*/ 0 w 255"/>
                  <a:gd name="T1" fmla="*/ 2147483647 h 153"/>
                  <a:gd name="T2" fmla="*/ 2147483647 w 255"/>
                  <a:gd name="T3" fmla="*/ 2147483647 h 153"/>
                  <a:gd name="T4" fmla="*/ 2147483647 w 255"/>
                  <a:gd name="T5" fmla="*/ 0 h 153"/>
                  <a:gd name="T6" fmla="*/ 2147483647 w 255"/>
                  <a:gd name="T7" fmla="*/ 2147483647 h 153"/>
                  <a:gd name="T8" fmla="*/ 2147483647 w 255"/>
                  <a:gd name="T9" fmla="*/ 2147483647 h 153"/>
                  <a:gd name="T10" fmla="*/ 2147483647 w 255"/>
                  <a:gd name="T11" fmla="*/ 2147483647 h 153"/>
                  <a:gd name="T12" fmla="*/ 2147483647 w 255"/>
                  <a:gd name="T13" fmla="*/ 2147483647 h 153"/>
                  <a:gd name="T14" fmla="*/ 0 w 255"/>
                  <a:gd name="T15" fmla="*/ 2147483647 h 153"/>
                  <a:gd name="T16" fmla="*/ 0 60000 65536"/>
                  <a:gd name="T17" fmla="*/ 0 60000 65536"/>
                  <a:gd name="T18" fmla="*/ 0 60000 65536"/>
                  <a:gd name="T19" fmla="*/ 0 60000 65536"/>
                  <a:gd name="T20" fmla="*/ 0 60000 65536"/>
                  <a:gd name="T21" fmla="*/ 0 60000 65536"/>
                  <a:gd name="T22" fmla="*/ 0 60000 65536"/>
                  <a:gd name="T23" fmla="*/ 0 60000 65536"/>
                  <a:gd name="T24" fmla="*/ 0 w 255"/>
                  <a:gd name="T25" fmla="*/ 0 h 153"/>
                  <a:gd name="T26" fmla="*/ 255 w 255"/>
                  <a:gd name="T27" fmla="*/ 153 h 15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5" h="153">
                    <a:moveTo>
                      <a:pt x="0" y="113"/>
                    </a:moveTo>
                    <a:lnTo>
                      <a:pt x="105" y="63"/>
                    </a:lnTo>
                    <a:lnTo>
                      <a:pt x="208" y="0"/>
                    </a:lnTo>
                    <a:lnTo>
                      <a:pt x="225" y="3"/>
                    </a:lnTo>
                    <a:lnTo>
                      <a:pt x="255" y="5"/>
                    </a:lnTo>
                    <a:lnTo>
                      <a:pt x="155" y="85"/>
                    </a:lnTo>
                    <a:lnTo>
                      <a:pt x="30" y="153"/>
                    </a:lnTo>
                    <a:lnTo>
                      <a:pt x="0" y="113"/>
                    </a:lnTo>
                    <a:close/>
                  </a:path>
                </a:pathLst>
              </a:custGeom>
              <a:solidFill>
                <a:srgbClr val="C5E2FF"/>
              </a:solidFill>
              <a:ln w="12700">
                <a:solidFill>
                  <a:srgbClr val="000000"/>
                </a:solidFill>
                <a:round/>
                <a:headEnd/>
                <a:tailEnd/>
              </a:ln>
            </p:spPr>
            <p:txBody>
              <a:bodyPr/>
              <a:lstStyle/>
              <a:p>
                <a:endParaRPr lang="en-US" dirty="0"/>
              </a:p>
            </p:txBody>
          </p:sp>
          <p:sp>
            <p:nvSpPr>
              <p:cNvPr id="192" name="Freeform 51"/>
              <p:cNvSpPr>
                <a:spLocks noChangeAspect="1"/>
              </p:cNvSpPr>
              <p:nvPr/>
            </p:nvSpPr>
            <p:spPr bwMode="auto">
              <a:xfrm rot="21486075">
                <a:off x="6480175" y="2830513"/>
                <a:ext cx="206375" cy="312737"/>
              </a:xfrm>
              <a:custGeom>
                <a:avLst/>
                <a:gdLst>
                  <a:gd name="T0" fmla="*/ 2147483647 w 272"/>
                  <a:gd name="T1" fmla="*/ 0 h 485"/>
                  <a:gd name="T2" fmla="*/ 0 w 272"/>
                  <a:gd name="T3" fmla="*/ 2147483647 h 485"/>
                  <a:gd name="T4" fmla="*/ 2147483647 w 272"/>
                  <a:gd name="T5" fmla="*/ 2147483647 h 485"/>
                  <a:gd name="T6" fmla="*/ 2147483647 w 272"/>
                  <a:gd name="T7" fmla="*/ 2147483647 h 485"/>
                  <a:gd name="T8" fmla="*/ 2147483647 w 272"/>
                  <a:gd name="T9" fmla="*/ 2147483647 h 485"/>
                  <a:gd name="T10" fmla="*/ 2147483647 w 272"/>
                  <a:gd name="T11" fmla="*/ 2147483647 h 485"/>
                  <a:gd name="T12" fmla="*/ 2147483647 w 272"/>
                  <a:gd name="T13" fmla="*/ 2147483647 h 485"/>
                  <a:gd name="T14" fmla="*/ 2147483647 w 272"/>
                  <a:gd name="T15" fmla="*/ 2147483647 h 485"/>
                  <a:gd name="T16" fmla="*/ 2147483647 w 272"/>
                  <a:gd name="T17" fmla="*/ 2147483647 h 485"/>
                  <a:gd name="T18" fmla="*/ 2147483647 w 272"/>
                  <a:gd name="T19" fmla="*/ 2147483647 h 485"/>
                  <a:gd name="T20" fmla="*/ 2147483647 w 272"/>
                  <a:gd name="T21" fmla="*/ 2147483647 h 485"/>
                  <a:gd name="T22" fmla="*/ 2147483647 w 272"/>
                  <a:gd name="T23" fmla="*/ 2147483647 h 485"/>
                  <a:gd name="T24" fmla="*/ 2147483647 w 272"/>
                  <a:gd name="T25" fmla="*/ 0 h 48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2"/>
                  <a:gd name="T40" fmla="*/ 0 h 485"/>
                  <a:gd name="T41" fmla="*/ 272 w 272"/>
                  <a:gd name="T42" fmla="*/ 485 h 48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2" h="485">
                    <a:moveTo>
                      <a:pt x="57" y="0"/>
                    </a:moveTo>
                    <a:lnTo>
                      <a:pt x="0" y="85"/>
                    </a:lnTo>
                    <a:lnTo>
                      <a:pt x="62" y="197"/>
                    </a:lnTo>
                    <a:lnTo>
                      <a:pt x="25" y="227"/>
                    </a:lnTo>
                    <a:lnTo>
                      <a:pt x="40" y="485"/>
                    </a:lnTo>
                    <a:lnTo>
                      <a:pt x="192" y="447"/>
                    </a:lnTo>
                    <a:lnTo>
                      <a:pt x="232" y="447"/>
                    </a:lnTo>
                    <a:lnTo>
                      <a:pt x="255" y="420"/>
                    </a:lnTo>
                    <a:lnTo>
                      <a:pt x="255" y="372"/>
                    </a:lnTo>
                    <a:lnTo>
                      <a:pt x="272" y="342"/>
                    </a:lnTo>
                    <a:lnTo>
                      <a:pt x="187" y="305"/>
                    </a:lnTo>
                    <a:lnTo>
                      <a:pt x="77" y="22"/>
                    </a:lnTo>
                    <a:lnTo>
                      <a:pt x="57" y="0"/>
                    </a:lnTo>
                    <a:close/>
                  </a:path>
                </a:pathLst>
              </a:custGeom>
              <a:solidFill>
                <a:srgbClr val="3366FF"/>
              </a:solidFill>
              <a:ln w="12700">
                <a:solidFill>
                  <a:srgbClr val="000000"/>
                </a:solidFill>
                <a:round/>
                <a:headEnd/>
                <a:tailEnd/>
              </a:ln>
            </p:spPr>
            <p:txBody>
              <a:bodyPr/>
              <a:lstStyle/>
              <a:p>
                <a:endParaRPr lang="en-US" dirty="0"/>
              </a:p>
            </p:txBody>
          </p:sp>
          <p:sp>
            <p:nvSpPr>
              <p:cNvPr id="193" name="Freeform 52"/>
              <p:cNvSpPr>
                <a:spLocks noChangeAspect="1"/>
              </p:cNvSpPr>
              <p:nvPr/>
            </p:nvSpPr>
            <p:spPr bwMode="auto">
              <a:xfrm rot="21486075">
                <a:off x="6607175" y="3195638"/>
                <a:ext cx="100013" cy="69850"/>
              </a:xfrm>
              <a:custGeom>
                <a:avLst/>
                <a:gdLst>
                  <a:gd name="T0" fmla="*/ 0 w 130"/>
                  <a:gd name="T1" fmla="*/ 2147483647 h 107"/>
                  <a:gd name="T2" fmla="*/ 2147483647 w 130"/>
                  <a:gd name="T3" fmla="*/ 0 h 107"/>
                  <a:gd name="T4" fmla="*/ 2147483647 w 130"/>
                  <a:gd name="T5" fmla="*/ 2147483647 h 107"/>
                  <a:gd name="T6" fmla="*/ 2147483647 w 130"/>
                  <a:gd name="T7" fmla="*/ 2147483647 h 107"/>
                  <a:gd name="T8" fmla="*/ 2147483647 w 130"/>
                  <a:gd name="T9" fmla="*/ 2147483647 h 107"/>
                  <a:gd name="T10" fmla="*/ 2147483647 w 130"/>
                  <a:gd name="T11" fmla="*/ 2147483647 h 107"/>
                  <a:gd name="T12" fmla="*/ 0 w 130"/>
                  <a:gd name="T13" fmla="*/ 2147483647 h 107"/>
                  <a:gd name="T14" fmla="*/ 0 60000 65536"/>
                  <a:gd name="T15" fmla="*/ 0 60000 65536"/>
                  <a:gd name="T16" fmla="*/ 0 60000 65536"/>
                  <a:gd name="T17" fmla="*/ 0 60000 65536"/>
                  <a:gd name="T18" fmla="*/ 0 60000 65536"/>
                  <a:gd name="T19" fmla="*/ 0 60000 65536"/>
                  <a:gd name="T20" fmla="*/ 0 60000 65536"/>
                  <a:gd name="T21" fmla="*/ 0 w 130"/>
                  <a:gd name="T22" fmla="*/ 0 h 107"/>
                  <a:gd name="T23" fmla="*/ 130 w 130"/>
                  <a:gd name="T24" fmla="*/ 107 h 1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0" h="107">
                    <a:moveTo>
                      <a:pt x="0" y="17"/>
                    </a:moveTo>
                    <a:lnTo>
                      <a:pt x="55" y="0"/>
                    </a:lnTo>
                    <a:lnTo>
                      <a:pt x="130" y="55"/>
                    </a:lnTo>
                    <a:lnTo>
                      <a:pt x="115" y="70"/>
                    </a:lnTo>
                    <a:lnTo>
                      <a:pt x="78" y="70"/>
                    </a:lnTo>
                    <a:lnTo>
                      <a:pt x="60" y="107"/>
                    </a:lnTo>
                    <a:lnTo>
                      <a:pt x="0" y="17"/>
                    </a:lnTo>
                    <a:close/>
                  </a:path>
                </a:pathLst>
              </a:custGeom>
              <a:solidFill>
                <a:srgbClr val="C5E2FF"/>
              </a:solidFill>
              <a:ln w="12700">
                <a:solidFill>
                  <a:srgbClr val="000000"/>
                </a:solidFill>
                <a:round/>
                <a:headEnd/>
                <a:tailEnd/>
              </a:ln>
            </p:spPr>
            <p:txBody>
              <a:bodyPr/>
              <a:lstStyle/>
              <a:p>
                <a:endParaRPr lang="en-US" dirty="0"/>
              </a:p>
            </p:txBody>
          </p:sp>
          <p:sp>
            <p:nvSpPr>
              <p:cNvPr id="194" name="Freeform 53"/>
              <p:cNvSpPr>
                <a:spLocks noChangeAspect="1"/>
              </p:cNvSpPr>
              <p:nvPr/>
            </p:nvSpPr>
            <p:spPr bwMode="auto">
              <a:xfrm rot="21486075">
                <a:off x="6415088" y="3830638"/>
                <a:ext cx="52387" cy="76200"/>
              </a:xfrm>
              <a:custGeom>
                <a:avLst/>
                <a:gdLst>
                  <a:gd name="T0" fmla="*/ 0 w 70"/>
                  <a:gd name="T1" fmla="*/ 2147483647 h 120"/>
                  <a:gd name="T2" fmla="*/ 2147483647 w 70"/>
                  <a:gd name="T3" fmla="*/ 0 h 120"/>
                  <a:gd name="T4" fmla="*/ 2147483647 w 70"/>
                  <a:gd name="T5" fmla="*/ 2147483647 h 120"/>
                  <a:gd name="T6" fmla="*/ 2147483647 w 70"/>
                  <a:gd name="T7" fmla="*/ 2147483647 h 120"/>
                  <a:gd name="T8" fmla="*/ 0 w 70"/>
                  <a:gd name="T9" fmla="*/ 2147483647 h 120"/>
                  <a:gd name="T10" fmla="*/ 0 60000 65536"/>
                  <a:gd name="T11" fmla="*/ 0 60000 65536"/>
                  <a:gd name="T12" fmla="*/ 0 60000 65536"/>
                  <a:gd name="T13" fmla="*/ 0 60000 65536"/>
                  <a:gd name="T14" fmla="*/ 0 60000 65536"/>
                  <a:gd name="T15" fmla="*/ 0 w 70"/>
                  <a:gd name="T16" fmla="*/ 0 h 120"/>
                  <a:gd name="T17" fmla="*/ 70 w 70"/>
                  <a:gd name="T18" fmla="*/ 120 h 120"/>
                </a:gdLst>
                <a:ahLst/>
                <a:cxnLst>
                  <a:cxn ang="T10">
                    <a:pos x="T0" y="T1"/>
                  </a:cxn>
                  <a:cxn ang="T11">
                    <a:pos x="T2" y="T3"/>
                  </a:cxn>
                  <a:cxn ang="T12">
                    <a:pos x="T4" y="T5"/>
                  </a:cxn>
                  <a:cxn ang="T13">
                    <a:pos x="T6" y="T7"/>
                  </a:cxn>
                  <a:cxn ang="T14">
                    <a:pos x="T8" y="T9"/>
                  </a:cxn>
                </a:cxnLst>
                <a:rect l="T15" t="T16" r="T17" b="T18"/>
                <a:pathLst>
                  <a:path w="70" h="120">
                    <a:moveTo>
                      <a:pt x="0" y="10"/>
                    </a:moveTo>
                    <a:lnTo>
                      <a:pt x="70" y="0"/>
                    </a:lnTo>
                    <a:lnTo>
                      <a:pt x="30" y="120"/>
                    </a:lnTo>
                    <a:lnTo>
                      <a:pt x="2" y="117"/>
                    </a:lnTo>
                    <a:lnTo>
                      <a:pt x="0" y="10"/>
                    </a:lnTo>
                    <a:close/>
                  </a:path>
                </a:pathLst>
              </a:custGeom>
              <a:solidFill>
                <a:srgbClr val="C5E2FF"/>
              </a:solidFill>
              <a:ln w="12700">
                <a:solidFill>
                  <a:srgbClr val="000000"/>
                </a:solidFill>
                <a:round/>
                <a:headEnd/>
                <a:tailEnd/>
              </a:ln>
            </p:spPr>
            <p:txBody>
              <a:bodyPr/>
              <a:lstStyle/>
              <a:p>
                <a:endParaRPr lang="en-US" dirty="0"/>
              </a:p>
            </p:txBody>
          </p:sp>
          <p:sp>
            <p:nvSpPr>
              <p:cNvPr id="195" name="AutoShape 54"/>
              <p:cNvSpPr>
                <a:spLocks noChangeArrowheads="1"/>
              </p:cNvSpPr>
              <p:nvPr/>
            </p:nvSpPr>
            <p:spPr bwMode="auto">
              <a:xfrm>
                <a:off x="6308725" y="3687763"/>
                <a:ext cx="73025" cy="60325"/>
              </a:xfrm>
              <a:prstGeom prst="diamond">
                <a:avLst/>
              </a:prstGeom>
              <a:solidFill>
                <a:srgbClr val="0000FF"/>
              </a:solidFill>
              <a:ln w="9525">
                <a:solidFill>
                  <a:srgbClr val="0066FF"/>
                </a:solidFill>
                <a:miter lim="800000"/>
                <a:headEnd/>
                <a:tailEnd/>
              </a:ln>
            </p:spPr>
            <p:txBody>
              <a:bodyPr wrap="none" anchor="ctr"/>
              <a:lstStyle>
                <a:lvl1pPr>
                  <a:spcBef>
                    <a:spcPct val="20000"/>
                  </a:spcBef>
                  <a:buChar char="•"/>
                  <a:defRPr sz="3200">
                    <a:solidFill>
                      <a:srgbClr val="003399"/>
                    </a:solidFill>
                    <a:latin typeface="Arial" pitchFamily="34" charset="0"/>
                    <a:cs typeface="Arial" pitchFamily="34" charset="0"/>
                  </a:defRPr>
                </a:lvl1pPr>
                <a:lvl2pPr marL="742950" indent="-285750">
                  <a:spcBef>
                    <a:spcPct val="20000"/>
                  </a:spcBef>
                  <a:buChar char="–"/>
                  <a:defRPr sz="2800">
                    <a:solidFill>
                      <a:srgbClr val="003399"/>
                    </a:solidFill>
                    <a:latin typeface="Arial" pitchFamily="34" charset="0"/>
                    <a:cs typeface="Arial" pitchFamily="34" charset="0"/>
                  </a:defRPr>
                </a:lvl2pPr>
                <a:lvl3pPr marL="1143000" indent="-228600">
                  <a:spcBef>
                    <a:spcPct val="20000"/>
                  </a:spcBef>
                  <a:buChar char="•"/>
                  <a:defRPr sz="2400">
                    <a:solidFill>
                      <a:srgbClr val="003399"/>
                    </a:solidFill>
                    <a:latin typeface="Arial" pitchFamily="34" charset="0"/>
                    <a:cs typeface="Arial" pitchFamily="34" charset="0"/>
                  </a:defRPr>
                </a:lvl3pPr>
                <a:lvl4pPr marL="1600200" indent="-228600">
                  <a:spcBef>
                    <a:spcPct val="20000"/>
                  </a:spcBef>
                  <a:buChar char="–"/>
                  <a:defRPr sz="2000">
                    <a:solidFill>
                      <a:srgbClr val="003399"/>
                    </a:solidFill>
                    <a:latin typeface="Arial" pitchFamily="34" charset="0"/>
                    <a:cs typeface="Arial" pitchFamily="34" charset="0"/>
                  </a:defRPr>
                </a:lvl4pPr>
                <a:lvl5pPr marL="2057400" indent="-228600">
                  <a:spcBef>
                    <a:spcPct val="20000"/>
                  </a:spcBef>
                  <a:buChar char="»"/>
                  <a:defRPr sz="2000">
                    <a:solidFill>
                      <a:srgbClr val="003399"/>
                    </a:solidFill>
                    <a:latin typeface="Arial" pitchFamily="34" charset="0"/>
                    <a:cs typeface="Arial" pitchFamily="34" charset="0"/>
                  </a:defRPr>
                </a:lvl5pPr>
                <a:lvl6pPr marL="2514600" indent="-228600" eaLnBrk="0" fontAlgn="base" hangingPunct="0">
                  <a:spcBef>
                    <a:spcPct val="20000"/>
                  </a:spcBef>
                  <a:spcAft>
                    <a:spcPct val="0"/>
                  </a:spcAft>
                  <a:buChar char="»"/>
                  <a:defRPr sz="2000">
                    <a:solidFill>
                      <a:srgbClr val="003399"/>
                    </a:solidFill>
                    <a:latin typeface="Arial" pitchFamily="34" charset="0"/>
                    <a:cs typeface="Arial" pitchFamily="34" charset="0"/>
                  </a:defRPr>
                </a:lvl6pPr>
                <a:lvl7pPr marL="2971800" indent="-228600" eaLnBrk="0" fontAlgn="base" hangingPunct="0">
                  <a:spcBef>
                    <a:spcPct val="20000"/>
                  </a:spcBef>
                  <a:spcAft>
                    <a:spcPct val="0"/>
                  </a:spcAft>
                  <a:buChar char="»"/>
                  <a:defRPr sz="2000">
                    <a:solidFill>
                      <a:srgbClr val="003399"/>
                    </a:solidFill>
                    <a:latin typeface="Arial" pitchFamily="34" charset="0"/>
                    <a:cs typeface="Arial" pitchFamily="34" charset="0"/>
                  </a:defRPr>
                </a:lvl7pPr>
                <a:lvl8pPr marL="3429000" indent="-228600" eaLnBrk="0" fontAlgn="base" hangingPunct="0">
                  <a:spcBef>
                    <a:spcPct val="20000"/>
                  </a:spcBef>
                  <a:spcAft>
                    <a:spcPct val="0"/>
                  </a:spcAft>
                  <a:buChar char="»"/>
                  <a:defRPr sz="2000">
                    <a:solidFill>
                      <a:srgbClr val="003399"/>
                    </a:solidFill>
                    <a:latin typeface="Arial" pitchFamily="34" charset="0"/>
                    <a:cs typeface="Arial" pitchFamily="34" charset="0"/>
                  </a:defRPr>
                </a:lvl8pPr>
                <a:lvl9pPr marL="3886200" indent="-228600" eaLnBrk="0" fontAlgn="base" hangingPunct="0">
                  <a:spcBef>
                    <a:spcPct val="20000"/>
                  </a:spcBef>
                  <a:spcAft>
                    <a:spcPct val="0"/>
                  </a:spcAft>
                  <a:buChar char="»"/>
                  <a:defRPr sz="2000">
                    <a:solidFill>
                      <a:srgbClr val="003399"/>
                    </a:solidFill>
                    <a:latin typeface="Arial" pitchFamily="34" charset="0"/>
                    <a:cs typeface="Arial" pitchFamily="34" charset="0"/>
                  </a:defRPr>
                </a:lvl9pPr>
              </a:lstStyle>
              <a:p>
                <a:pPr eaLnBrk="1" hangingPunct="1">
                  <a:spcBef>
                    <a:spcPct val="0"/>
                  </a:spcBef>
                  <a:buFontTx/>
                  <a:buNone/>
                </a:pPr>
                <a:endParaRPr lang="en-US" altLang="en-US" sz="1400" dirty="0"/>
              </a:p>
            </p:txBody>
          </p:sp>
          <p:sp>
            <p:nvSpPr>
              <p:cNvPr id="196" name="Line 56"/>
              <p:cNvSpPr>
                <a:spLocks noChangeShapeType="1"/>
              </p:cNvSpPr>
              <p:nvPr/>
            </p:nvSpPr>
            <p:spPr bwMode="auto">
              <a:xfrm>
                <a:off x="2606944" y="2601532"/>
                <a:ext cx="2673082" cy="126720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97" name="Line 60"/>
              <p:cNvSpPr>
                <a:spLocks noChangeShapeType="1"/>
              </p:cNvSpPr>
              <p:nvPr/>
            </p:nvSpPr>
            <p:spPr bwMode="auto">
              <a:xfrm flipH="1" flipV="1">
                <a:off x="6365189" y="3720835"/>
                <a:ext cx="1188625" cy="1089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98" name="Line 61"/>
              <p:cNvSpPr>
                <a:spLocks noChangeShapeType="1"/>
              </p:cNvSpPr>
              <p:nvPr/>
            </p:nvSpPr>
            <p:spPr bwMode="auto">
              <a:xfrm flipH="1">
                <a:off x="6603999" y="2608128"/>
                <a:ext cx="1069918" cy="6081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99" name="Line 63"/>
              <p:cNvSpPr>
                <a:spLocks noChangeShapeType="1"/>
              </p:cNvSpPr>
              <p:nvPr/>
            </p:nvSpPr>
            <p:spPr bwMode="auto">
              <a:xfrm flipH="1" flipV="1">
                <a:off x="6381750" y="3781423"/>
                <a:ext cx="1179014" cy="15275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00" name="Rectangle 66"/>
              <p:cNvSpPr>
                <a:spLocks noChangeArrowheads="1"/>
              </p:cNvSpPr>
              <p:nvPr/>
            </p:nvSpPr>
            <p:spPr bwMode="auto">
              <a:xfrm>
                <a:off x="2011518" y="2130626"/>
                <a:ext cx="1052513"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NSWC Crane</a:t>
                </a:r>
              </a:p>
              <a:p>
                <a:pPr eaLnBrk="1" hangingPunct="1">
                  <a:lnSpc>
                    <a:spcPts val="800"/>
                  </a:lnSpc>
                  <a:defRPr/>
                </a:pPr>
                <a:r>
                  <a:rPr lang="en-US" sz="700" kern="0" dirty="0">
                    <a:solidFill>
                      <a:srgbClr val="003399"/>
                    </a:solidFill>
                    <a:latin typeface="Arial" charset="0"/>
                    <a:cs typeface="Arial" charset="0"/>
                  </a:rPr>
                  <a:t>System Engineering Support</a:t>
                </a:r>
              </a:p>
            </p:txBody>
          </p:sp>
          <p:sp>
            <p:nvSpPr>
              <p:cNvPr id="201" name="Line 74"/>
              <p:cNvSpPr>
                <a:spLocks noChangeShapeType="1"/>
              </p:cNvSpPr>
              <p:nvPr/>
            </p:nvSpPr>
            <p:spPr bwMode="auto">
              <a:xfrm flipH="1" flipV="1">
                <a:off x="6337299" y="3729036"/>
                <a:ext cx="1204455" cy="1092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02" name="Freeform 76" descr="Parchment"/>
              <p:cNvSpPr>
                <a:spLocks/>
              </p:cNvSpPr>
              <p:nvPr/>
            </p:nvSpPr>
            <p:spPr bwMode="gray">
              <a:xfrm>
                <a:off x="1785938" y="5019675"/>
                <a:ext cx="60325" cy="53975"/>
              </a:xfrm>
              <a:custGeom>
                <a:avLst/>
                <a:gdLst>
                  <a:gd name="T0" fmla="*/ 0 w 31"/>
                  <a:gd name="T1" fmla="*/ 2147483647 h 28"/>
                  <a:gd name="T2" fmla="*/ 2147483647 w 31"/>
                  <a:gd name="T3" fmla="*/ 0 h 28"/>
                  <a:gd name="T4" fmla="*/ 2147483647 w 31"/>
                  <a:gd name="T5" fmla="*/ 2147483647 h 28"/>
                  <a:gd name="T6" fmla="*/ 2147483647 w 31"/>
                  <a:gd name="T7" fmla="*/ 2147483647 h 28"/>
                  <a:gd name="T8" fmla="*/ 2147483647 w 31"/>
                  <a:gd name="T9" fmla="*/ 2147483647 h 28"/>
                  <a:gd name="T10" fmla="*/ 2147483647 w 31"/>
                  <a:gd name="T11" fmla="*/ 2147483647 h 28"/>
                  <a:gd name="T12" fmla="*/ 2147483647 w 31"/>
                  <a:gd name="T13" fmla="*/ 2147483647 h 28"/>
                  <a:gd name="T14" fmla="*/ 0 w 31"/>
                  <a:gd name="T15" fmla="*/ 2147483647 h 28"/>
                  <a:gd name="T16" fmla="*/ 0 w 31"/>
                  <a:gd name="T17" fmla="*/ 2147483647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28"/>
                  <a:gd name="T29" fmla="*/ 31 w 31"/>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28">
                    <a:moveTo>
                      <a:pt x="0" y="19"/>
                    </a:moveTo>
                    <a:lnTo>
                      <a:pt x="15" y="0"/>
                    </a:lnTo>
                    <a:lnTo>
                      <a:pt x="28" y="7"/>
                    </a:lnTo>
                    <a:lnTo>
                      <a:pt x="31" y="16"/>
                    </a:lnTo>
                    <a:lnTo>
                      <a:pt x="25" y="22"/>
                    </a:lnTo>
                    <a:lnTo>
                      <a:pt x="19" y="28"/>
                    </a:lnTo>
                    <a:lnTo>
                      <a:pt x="12" y="28"/>
                    </a:lnTo>
                    <a:lnTo>
                      <a:pt x="0" y="19"/>
                    </a:lnTo>
                  </a:path>
                </a:pathLst>
              </a:custGeom>
              <a:blipFill dpi="0" rotWithShape="0">
                <a:blip r:embed="rId10"/>
                <a:srcRect/>
                <a:tile tx="0" ty="0" sx="100000" sy="100000" flip="none" algn="tl"/>
              </a:blipFill>
              <a:ln w="9525">
                <a:solidFill>
                  <a:srgbClr val="663300"/>
                </a:solidFill>
                <a:round/>
                <a:headEnd/>
                <a:tailEnd/>
              </a:ln>
            </p:spPr>
            <p:txBody>
              <a:bodyPr/>
              <a:lstStyle/>
              <a:p>
                <a:endParaRPr lang="en-US" dirty="0"/>
              </a:p>
            </p:txBody>
          </p:sp>
          <p:sp>
            <p:nvSpPr>
              <p:cNvPr id="203" name="Freeform 77"/>
              <p:cNvSpPr>
                <a:spLocks/>
              </p:cNvSpPr>
              <p:nvPr/>
            </p:nvSpPr>
            <p:spPr bwMode="auto">
              <a:xfrm>
                <a:off x="1785938" y="5019675"/>
                <a:ext cx="60325" cy="53975"/>
              </a:xfrm>
              <a:custGeom>
                <a:avLst/>
                <a:gdLst>
                  <a:gd name="T0" fmla="*/ 0 w 31"/>
                  <a:gd name="T1" fmla="*/ 2147483647 h 28"/>
                  <a:gd name="T2" fmla="*/ 2147483647 w 31"/>
                  <a:gd name="T3" fmla="*/ 0 h 28"/>
                  <a:gd name="T4" fmla="*/ 2147483647 w 31"/>
                  <a:gd name="T5" fmla="*/ 2147483647 h 28"/>
                  <a:gd name="T6" fmla="*/ 2147483647 w 31"/>
                  <a:gd name="T7" fmla="*/ 2147483647 h 28"/>
                  <a:gd name="T8" fmla="*/ 2147483647 w 31"/>
                  <a:gd name="T9" fmla="*/ 2147483647 h 28"/>
                  <a:gd name="T10" fmla="*/ 2147483647 w 31"/>
                  <a:gd name="T11" fmla="*/ 2147483647 h 28"/>
                  <a:gd name="T12" fmla="*/ 2147483647 w 31"/>
                  <a:gd name="T13" fmla="*/ 2147483647 h 28"/>
                  <a:gd name="T14" fmla="*/ 0 w 31"/>
                  <a:gd name="T15" fmla="*/ 2147483647 h 28"/>
                  <a:gd name="T16" fmla="*/ 0 w 31"/>
                  <a:gd name="T17" fmla="*/ 2147483647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
                  <a:gd name="T28" fmla="*/ 0 h 28"/>
                  <a:gd name="T29" fmla="*/ 31 w 31"/>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 h="28">
                    <a:moveTo>
                      <a:pt x="0" y="19"/>
                    </a:moveTo>
                    <a:lnTo>
                      <a:pt x="15" y="0"/>
                    </a:lnTo>
                    <a:lnTo>
                      <a:pt x="28" y="7"/>
                    </a:lnTo>
                    <a:lnTo>
                      <a:pt x="31" y="16"/>
                    </a:lnTo>
                    <a:lnTo>
                      <a:pt x="25" y="22"/>
                    </a:lnTo>
                    <a:lnTo>
                      <a:pt x="19" y="28"/>
                    </a:lnTo>
                    <a:lnTo>
                      <a:pt x="12" y="28"/>
                    </a:lnTo>
                    <a:lnTo>
                      <a:pt x="0" y="19"/>
                    </a:lnTo>
                  </a:path>
                </a:pathLst>
              </a:custGeom>
              <a:solidFill>
                <a:srgbClr val="3366FF"/>
              </a:solidFill>
              <a:ln w="12700">
                <a:solidFill>
                  <a:srgbClr val="000000"/>
                </a:solidFill>
                <a:round/>
                <a:headEnd/>
                <a:tailEnd/>
              </a:ln>
            </p:spPr>
            <p:txBody>
              <a:bodyPr/>
              <a:lstStyle/>
              <a:p>
                <a:endParaRPr lang="en-US" dirty="0"/>
              </a:p>
            </p:txBody>
          </p:sp>
          <p:sp>
            <p:nvSpPr>
              <p:cNvPr id="204" name="Freeform 78" descr="Parchment"/>
              <p:cNvSpPr>
                <a:spLocks/>
              </p:cNvSpPr>
              <p:nvPr/>
            </p:nvSpPr>
            <p:spPr bwMode="gray">
              <a:xfrm>
                <a:off x="1882775" y="5008563"/>
                <a:ext cx="85725" cy="53975"/>
              </a:xfrm>
              <a:custGeom>
                <a:avLst/>
                <a:gdLst>
                  <a:gd name="T0" fmla="*/ 0 w 44"/>
                  <a:gd name="T1" fmla="*/ 2147483647 h 28"/>
                  <a:gd name="T2" fmla="*/ 2147483647 w 44"/>
                  <a:gd name="T3" fmla="*/ 0 h 28"/>
                  <a:gd name="T4" fmla="*/ 2147483647 w 44"/>
                  <a:gd name="T5" fmla="*/ 2147483647 h 28"/>
                  <a:gd name="T6" fmla="*/ 2147483647 w 44"/>
                  <a:gd name="T7" fmla="*/ 2147483647 h 28"/>
                  <a:gd name="T8" fmla="*/ 2147483647 w 44"/>
                  <a:gd name="T9" fmla="*/ 2147483647 h 28"/>
                  <a:gd name="T10" fmla="*/ 2147483647 w 44"/>
                  <a:gd name="T11" fmla="*/ 2147483647 h 28"/>
                  <a:gd name="T12" fmla="*/ 2147483647 w 44"/>
                  <a:gd name="T13" fmla="*/ 2147483647 h 28"/>
                  <a:gd name="T14" fmla="*/ 2147483647 w 44"/>
                  <a:gd name="T15" fmla="*/ 2147483647 h 28"/>
                  <a:gd name="T16" fmla="*/ 0 w 44"/>
                  <a:gd name="T17" fmla="*/ 2147483647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28"/>
                  <a:gd name="T29" fmla="*/ 44 w 44"/>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28">
                    <a:moveTo>
                      <a:pt x="0" y="25"/>
                    </a:moveTo>
                    <a:lnTo>
                      <a:pt x="19" y="0"/>
                    </a:lnTo>
                    <a:lnTo>
                      <a:pt x="37" y="3"/>
                    </a:lnTo>
                    <a:lnTo>
                      <a:pt x="40" y="13"/>
                    </a:lnTo>
                    <a:lnTo>
                      <a:pt x="44" y="28"/>
                    </a:lnTo>
                    <a:lnTo>
                      <a:pt x="25" y="28"/>
                    </a:lnTo>
                    <a:lnTo>
                      <a:pt x="12" y="25"/>
                    </a:lnTo>
                    <a:lnTo>
                      <a:pt x="3" y="25"/>
                    </a:lnTo>
                    <a:lnTo>
                      <a:pt x="0" y="25"/>
                    </a:lnTo>
                  </a:path>
                </a:pathLst>
              </a:custGeom>
              <a:blipFill dpi="0" rotWithShape="0">
                <a:blip r:embed="rId10"/>
                <a:srcRect/>
                <a:tile tx="0" ty="0" sx="100000" sy="100000" flip="none" algn="tl"/>
              </a:blipFill>
              <a:ln w="9525">
                <a:solidFill>
                  <a:srgbClr val="663300"/>
                </a:solidFill>
                <a:round/>
                <a:headEnd/>
                <a:tailEnd/>
              </a:ln>
            </p:spPr>
            <p:txBody>
              <a:bodyPr/>
              <a:lstStyle/>
              <a:p>
                <a:endParaRPr lang="en-US" dirty="0"/>
              </a:p>
            </p:txBody>
          </p:sp>
          <p:sp>
            <p:nvSpPr>
              <p:cNvPr id="205" name="Freeform 79"/>
              <p:cNvSpPr>
                <a:spLocks/>
              </p:cNvSpPr>
              <p:nvPr/>
            </p:nvSpPr>
            <p:spPr bwMode="auto">
              <a:xfrm>
                <a:off x="1882775" y="5008563"/>
                <a:ext cx="85725" cy="53975"/>
              </a:xfrm>
              <a:custGeom>
                <a:avLst/>
                <a:gdLst>
                  <a:gd name="T0" fmla="*/ 0 w 44"/>
                  <a:gd name="T1" fmla="*/ 2147483647 h 28"/>
                  <a:gd name="T2" fmla="*/ 2147483647 w 44"/>
                  <a:gd name="T3" fmla="*/ 0 h 28"/>
                  <a:gd name="T4" fmla="*/ 2147483647 w 44"/>
                  <a:gd name="T5" fmla="*/ 2147483647 h 28"/>
                  <a:gd name="T6" fmla="*/ 2147483647 w 44"/>
                  <a:gd name="T7" fmla="*/ 2147483647 h 28"/>
                  <a:gd name="T8" fmla="*/ 2147483647 w 44"/>
                  <a:gd name="T9" fmla="*/ 2147483647 h 28"/>
                  <a:gd name="T10" fmla="*/ 2147483647 w 44"/>
                  <a:gd name="T11" fmla="*/ 2147483647 h 28"/>
                  <a:gd name="T12" fmla="*/ 2147483647 w 44"/>
                  <a:gd name="T13" fmla="*/ 2147483647 h 28"/>
                  <a:gd name="T14" fmla="*/ 2147483647 w 44"/>
                  <a:gd name="T15" fmla="*/ 2147483647 h 28"/>
                  <a:gd name="T16" fmla="*/ 0 w 44"/>
                  <a:gd name="T17" fmla="*/ 2147483647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28"/>
                  <a:gd name="T29" fmla="*/ 44 w 44"/>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28">
                    <a:moveTo>
                      <a:pt x="0" y="25"/>
                    </a:moveTo>
                    <a:lnTo>
                      <a:pt x="19" y="0"/>
                    </a:lnTo>
                    <a:lnTo>
                      <a:pt x="37" y="3"/>
                    </a:lnTo>
                    <a:lnTo>
                      <a:pt x="40" y="13"/>
                    </a:lnTo>
                    <a:lnTo>
                      <a:pt x="44" y="28"/>
                    </a:lnTo>
                    <a:lnTo>
                      <a:pt x="25" y="28"/>
                    </a:lnTo>
                    <a:lnTo>
                      <a:pt x="12" y="25"/>
                    </a:lnTo>
                    <a:lnTo>
                      <a:pt x="3" y="25"/>
                    </a:lnTo>
                    <a:lnTo>
                      <a:pt x="0" y="25"/>
                    </a:lnTo>
                  </a:path>
                </a:pathLst>
              </a:custGeom>
              <a:solidFill>
                <a:srgbClr val="3366FF"/>
              </a:solidFill>
              <a:ln w="12700">
                <a:solidFill>
                  <a:srgbClr val="000000"/>
                </a:solidFill>
                <a:round/>
                <a:headEnd/>
                <a:tailEnd/>
              </a:ln>
            </p:spPr>
            <p:txBody>
              <a:bodyPr/>
              <a:lstStyle/>
              <a:p>
                <a:endParaRPr lang="en-US" dirty="0"/>
              </a:p>
            </p:txBody>
          </p:sp>
          <p:sp>
            <p:nvSpPr>
              <p:cNvPr id="206" name="Freeform 80" descr="Parchment"/>
              <p:cNvSpPr>
                <a:spLocks/>
              </p:cNvSpPr>
              <p:nvPr/>
            </p:nvSpPr>
            <p:spPr bwMode="gray">
              <a:xfrm>
                <a:off x="2106613" y="5122863"/>
                <a:ext cx="98425" cy="79375"/>
              </a:xfrm>
              <a:custGeom>
                <a:avLst/>
                <a:gdLst>
                  <a:gd name="T0" fmla="*/ 0 w 50"/>
                  <a:gd name="T1" fmla="*/ 2147483647 h 41"/>
                  <a:gd name="T2" fmla="*/ 2147483647 w 50"/>
                  <a:gd name="T3" fmla="*/ 2147483647 h 41"/>
                  <a:gd name="T4" fmla="*/ 2147483647 w 50"/>
                  <a:gd name="T5" fmla="*/ 2147483647 h 41"/>
                  <a:gd name="T6" fmla="*/ 2147483647 w 50"/>
                  <a:gd name="T7" fmla="*/ 0 h 41"/>
                  <a:gd name="T8" fmla="*/ 2147483647 w 50"/>
                  <a:gd name="T9" fmla="*/ 2147483647 h 41"/>
                  <a:gd name="T10" fmla="*/ 2147483647 w 50"/>
                  <a:gd name="T11" fmla="*/ 2147483647 h 41"/>
                  <a:gd name="T12" fmla="*/ 2147483647 w 50"/>
                  <a:gd name="T13" fmla="*/ 2147483647 h 41"/>
                  <a:gd name="T14" fmla="*/ 2147483647 w 50"/>
                  <a:gd name="T15" fmla="*/ 2147483647 h 41"/>
                  <a:gd name="T16" fmla="*/ 2147483647 w 50"/>
                  <a:gd name="T17" fmla="*/ 2147483647 h 41"/>
                  <a:gd name="T18" fmla="*/ 2147483647 w 50"/>
                  <a:gd name="T19" fmla="*/ 2147483647 h 41"/>
                  <a:gd name="T20" fmla="*/ 2147483647 w 50"/>
                  <a:gd name="T21" fmla="*/ 2147483647 h 41"/>
                  <a:gd name="T22" fmla="*/ 2147483647 w 50"/>
                  <a:gd name="T23" fmla="*/ 2147483647 h 41"/>
                  <a:gd name="T24" fmla="*/ 2147483647 w 50"/>
                  <a:gd name="T25" fmla="*/ 2147483647 h 41"/>
                  <a:gd name="T26" fmla="*/ 0 w 50"/>
                  <a:gd name="T27" fmla="*/ 2147483647 h 41"/>
                  <a:gd name="T28" fmla="*/ 0 w 50"/>
                  <a:gd name="T29" fmla="*/ 2147483647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0"/>
                  <a:gd name="T46" fmla="*/ 0 h 41"/>
                  <a:gd name="T47" fmla="*/ 50 w 50"/>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0" h="41">
                    <a:moveTo>
                      <a:pt x="0" y="16"/>
                    </a:moveTo>
                    <a:lnTo>
                      <a:pt x="10" y="10"/>
                    </a:lnTo>
                    <a:lnTo>
                      <a:pt x="19" y="7"/>
                    </a:lnTo>
                    <a:lnTo>
                      <a:pt x="25" y="0"/>
                    </a:lnTo>
                    <a:lnTo>
                      <a:pt x="35" y="10"/>
                    </a:lnTo>
                    <a:lnTo>
                      <a:pt x="44" y="25"/>
                    </a:lnTo>
                    <a:lnTo>
                      <a:pt x="44" y="38"/>
                    </a:lnTo>
                    <a:lnTo>
                      <a:pt x="50" y="41"/>
                    </a:lnTo>
                    <a:lnTo>
                      <a:pt x="44" y="41"/>
                    </a:lnTo>
                    <a:lnTo>
                      <a:pt x="35" y="41"/>
                    </a:lnTo>
                    <a:lnTo>
                      <a:pt x="25" y="41"/>
                    </a:lnTo>
                    <a:lnTo>
                      <a:pt x="13" y="29"/>
                    </a:lnTo>
                    <a:lnTo>
                      <a:pt x="3" y="19"/>
                    </a:lnTo>
                    <a:lnTo>
                      <a:pt x="0" y="16"/>
                    </a:lnTo>
                  </a:path>
                </a:pathLst>
              </a:custGeom>
              <a:blipFill dpi="0" rotWithShape="0">
                <a:blip r:embed="rId10"/>
                <a:srcRect/>
                <a:tile tx="0" ty="0" sx="100000" sy="100000" flip="none" algn="tl"/>
              </a:blipFill>
              <a:ln w="9525">
                <a:solidFill>
                  <a:srgbClr val="663300"/>
                </a:solidFill>
                <a:round/>
                <a:headEnd/>
                <a:tailEnd/>
              </a:ln>
            </p:spPr>
            <p:txBody>
              <a:bodyPr/>
              <a:lstStyle/>
              <a:p>
                <a:endParaRPr lang="en-US" dirty="0"/>
              </a:p>
            </p:txBody>
          </p:sp>
          <p:sp>
            <p:nvSpPr>
              <p:cNvPr id="207" name="Freeform 81"/>
              <p:cNvSpPr>
                <a:spLocks/>
              </p:cNvSpPr>
              <p:nvPr/>
            </p:nvSpPr>
            <p:spPr bwMode="auto">
              <a:xfrm>
                <a:off x="2106613" y="5122863"/>
                <a:ext cx="98425" cy="79375"/>
              </a:xfrm>
              <a:custGeom>
                <a:avLst/>
                <a:gdLst>
                  <a:gd name="T0" fmla="*/ 0 w 50"/>
                  <a:gd name="T1" fmla="*/ 2147483647 h 41"/>
                  <a:gd name="T2" fmla="*/ 2147483647 w 50"/>
                  <a:gd name="T3" fmla="*/ 2147483647 h 41"/>
                  <a:gd name="T4" fmla="*/ 2147483647 w 50"/>
                  <a:gd name="T5" fmla="*/ 2147483647 h 41"/>
                  <a:gd name="T6" fmla="*/ 2147483647 w 50"/>
                  <a:gd name="T7" fmla="*/ 0 h 41"/>
                  <a:gd name="T8" fmla="*/ 2147483647 w 50"/>
                  <a:gd name="T9" fmla="*/ 2147483647 h 41"/>
                  <a:gd name="T10" fmla="*/ 2147483647 w 50"/>
                  <a:gd name="T11" fmla="*/ 2147483647 h 41"/>
                  <a:gd name="T12" fmla="*/ 2147483647 w 50"/>
                  <a:gd name="T13" fmla="*/ 2147483647 h 41"/>
                  <a:gd name="T14" fmla="*/ 2147483647 w 50"/>
                  <a:gd name="T15" fmla="*/ 2147483647 h 41"/>
                  <a:gd name="T16" fmla="*/ 2147483647 w 50"/>
                  <a:gd name="T17" fmla="*/ 2147483647 h 41"/>
                  <a:gd name="T18" fmla="*/ 2147483647 w 50"/>
                  <a:gd name="T19" fmla="*/ 2147483647 h 41"/>
                  <a:gd name="T20" fmla="*/ 2147483647 w 50"/>
                  <a:gd name="T21" fmla="*/ 2147483647 h 41"/>
                  <a:gd name="T22" fmla="*/ 2147483647 w 50"/>
                  <a:gd name="T23" fmla="*/ 2147483647 h 41"/>
                  <a:gd name="T24" fmla="*/ 2147483647 w 50"/>
                  <a:gd name="T25" fmla="*/ 2147483647 h 41"/>
                  <a:gd name="T26" fmla="*/ 0 w 50"/>
                  <a:gd name="T27" fmla="*/ 2147483647 h 41"/>
                  <a:gd name="T28" fmla="*/ 0 w 50"/>
                  <a:gd name="T29" fmla="*/ 2147483647 h 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0"/>
                  <a:gd name="T46" fmla="*/ 0 h 41"/>
                  <a:gd name="T47" fmla="*/ 50 w 50"/>
                  <a:gd name="T48" fmla="*/ 41 h 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0" h="41">
                    <a:moveTo>
                      <a:pt x="0" y="16"/>
                    </a:moveTo>
                    <a:lnTo>
                      <a:pt x="10" y="10"/>
                    </a:lnTo>
                    <a:lnTo>
                      <a:pt x="19" y="7"/>
                    </a:lnTo>
                    <a:lnTo>
                      <a:pt x="25" y="0"/>
                    </a:lnTo>
                    <a:lnTo>
                      <a:pt x="35" y="10"/>
                    </a:lnTo>
                    <a:lnTo>
                      <a:pt x="44" y="25"/>
                    </a:lnTo>
                    <a:lnTo>
                      <a:pt x="44" y="38"/>
                    </a:lnTo>
                    <a:lnTo>
                      <a:pt x="50" y="41"/>
                    </a:lnTo>
                    <a:lnTo>
                      <a:pt x="44" y="41"/>
                    </a:lnTo>
                    <a:lnTo>
                      <a:pt x="35" y="41"/>
                    </a:lnTo>
                    <a:lnTo>
                      <a:pt x="25" y="41"/>
                    </a:lnTo>
                    <a:lnTo>
                      <a:pt x="13" y="29"/>
                    </a:lnTo>
                    <a:lnTo>
                      <a:pt x="3" y="19"/>
                    </a:lnTo>
                    <a:lnTo>
                      <a:pt x="0" y="16"/>
                    </a:lnTo>
                  </a:path>
                </a:pathLst>
              </a:custGeom>
              <a:solidFill>
                <a:srgbClr val="3366FF"/>
              </a:solidFill>
              <a:ln w="12700">
                <a:solidFill>
                  <a:srgbClr val="000000"/>
                </a:solidFill>
                <a:round/>
                <a:headEnd/>
                <a:tailEnd/>
              </a:ln>
            </p:spPr>
            <p:txBody>
              <a:bodyPr/>
              <a:lstStyle/>
              <a:p>
                <a:endParaRPr lang="en-US" dirty="0"/>
              </a:p>
            </p:txBody>
          </p:sp>
          <p:sp>
            <p:nvSpPr>
              <p:cNvPr id="208" name="Freeform 82" descr="Parchment"/>
              <p:cNvSpPr>
                <a:spLocks/>
              </p:cNvSpPr>
              <p:nvPr/>
            </p:nvSpPr>
            <p:spPr bwMode="gray">
              <a:xfrm>
                <a:off x="2273300" y="5202238"/>
                <a:ext cx="96838" cy="49212"/>
              </a:xfrm>
              <a:custGeom>
                <a:avLst/>
                <a:gdLst>
                  <a:gd name="T0" fmla="*/ 0 w 50"/>
                  <a:gd name="T1" fmla="*/ 2147483647 h 25"/>
                  <a:gd name="T2" fmla="*/ 0 w 50"/>
                  <a:gd name="T3" fmla="*/ 0 h 25"/>
                  <a:gd name="T4" fmla="*/ 2147483647 w 50"/>
                  <a:gd name="T5" fmla="*/ 0 h 25"/>
                  <a:gd name="T6" fmla="*/ 2147483647 w 50"/>
                  <a:gd name="T7" fmla="*/ 2147483647 h 25"/>
                  <a:gd name="T8" fmla="*/ 2147483647 w 50"/>
                  <a:gd name="T9" fmla="*/ 2147483647 h 25"/>
                  <a:gd name="T10" fmla="*/ 2147483647 w 50"/>
                  <a:gd name="T11" fmla="*/ 2147483647 h 25"/>
                  <a:gd name="T12" fmla="*/ 2147483647 w 50"/>
                  <a:gd name="T13" fmla="*/ 2147483647 h 25"/>
                  <a:gd name="T14" fmla="*/ 0 w 50"/>
                  <a:gd name="T15" fmla="*/ 2147483647 h 25"/>
                  <a:gd name="T16" fmla="*/ 0 w 50"/>
                  <a:gd name="T17" fmla="*/ 2147483647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0"/>
                  <a:gd name="T28" fmla="*/ 0 h 25"/>
                  <a:gd name="T29" fmla="*/ 50 w 50"/>
                  <a:gd name="T30" fmla="*/ 25 h 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0" h="25">
                    <a:moveTo>
                      <a:pt x="0" y="16"/>
                    </a:moveTo>
                    <a:lnTo>
                      <a:pt x="0" y="0"/>
                    </a:lnTo>
                    <a:lnTo>
                      <a:pt x="12" y="0"/>
                    </a:lnTo>
                    <a:lnTo>
                      <a:pt x="28" y="6"/>
                    </a:lnTo>
                    <a:lnTo>
                      <a:pt x="50" y="16"/>
                    </a:lnTo>
                    <a:lnTo>
                      <a:pt x="22" y="22"/>
                    </a:lnTo>
                    <a:lnTo>
                      <a:pt x="9" y="22"/>
                    </a:lnTo>
                    <a:lnTo>
                      <a:pt x="0" y="25"/>
                    </a:lnTo>
                    <a:lnTo>
                      <a:pt x="0" y="16"/>
                    </a:lnTo>
                  </a:path>
                </a:pathLst>
              </a:custGeom>
              <a:blipFill dpi="0" rotWithShape="0">
                <a:blip r:embed="rId10"/>
                <a:srcRect/>
                <a:tile tx="0" ty="0" sx="100000" sy="100000" flip="none" algn="tl"/>
              </a:blipFill>
              <a:ln w="9525">
                <a:solidFill>
                  <a:srgbClr val="663300"/>
                </a:solidFill>
                <a:round/>
                <a:headEnd/>
                <a:tailEnd/>
              </a:ln>
            </p:spPr>
            <p:txBody>
              <a:bodyPr/>
              <a:lstStyle/>
              <a:p>
                <a:endParaRPr lang="en-US" dirty="0"/>
              </a:p>
            </p:txBody>
          </p:sp>
          <p:sp>
            <p:nvSpPr>
              <p:cNvPr id="209" name="Freeform 83"/>
              <p:cNvSpPr>
                <a:spLocks/>
              </p:cNvSpPr>
              <p:nvPr/>
            </p:nvSpPr>
            <p:spPr bwMode="auto">
              <a:xfrm>
                <a:off x="2273300" y="5202238"/>
                <a:ext cx="96838" cy="49212"/>
              </a:xfrm>
              <a:custGeom>
                <a:avLst/>
                <a:gdLst>
                  <a:gd name="T0" fmla="*/ 0 w 50"/>
                  <a:gd name="T1" fmla="*/ 2147483647 h 25"/>
                  <a:gd name="T2" fmla="*/ 0 w 50"/>
                  <a:gd name="T3" fmla="*/ 0 h 25"/>
                  <a:gd name="T4" fmla="*/ 2147483647 w 50"/>
                  <a:gd name="T5" fmla="*/ 0 h 25"/>
                  <a:gd name="T6" fmla="*/ 2147483647 w 50"/>
                  <a:gd name="T7" fmla="*/ 2147483647 h 25"/>
                  <a:gd name="T8" fmla="*/ 2147483647 w 50"/>
                  <a:gd name="T9" fmla="*/ 2147483647 h 25"/>
                  <a:gd name="T10" fmla="*/ 2147483647 w 50"/>
                  <a:gd name="T11" fmla="*/ 2147483647 h 25"/>
                  <a:gd name="T12" fmla="*/ 2147483647 w 50"/>
                  <a:gd name="T13" fmla="*/ 2147483647 h 25"/>
                  <a:gd name="T14" fmla="*/ 0 w 50"/>
                  <a:gd name="T15" fmla="*/ 2147483647 h 25"/>
                  <a:gd name="T16" fmla="*/ 0 w 50"/>
                  <a:gd name="T17" fmla="*/ 2147483647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0"/>
                  <a:gd name="T28" fmla="*/ 0 h 25"/>
                  <a:gd name="T29" fmla="*/ 50 w 50"/>
                  <a:gd name="T30" fmla="*/ 25 h 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0" h="25">
                    <a:moveTo>
                      <a:pt x="0" y="16"/>
                    </a:moveTo>
                    <a:lnTo>
                      <a:pt x="0" y="0"/>
                    </a:lnTo>
                    <a:lnTo>
                      <a:pt x="12" y="0"/>
                    </a:lnTo>
                    <a:lnTo>
                      <a:pt x="28" y="6"/>
                    </a:lnTo>
                    <a:lnTo>
                      <a:pt x="50" y="16"/>
                    </a:lnTo>
                    <a:lnTo>
                      <a:pt x="22" y="22"/>
                    </a:lnTo>
                    <a:lnTo>
                      <a:pt x="9" y="22"/>
                    </a:lnTo>
                    <a:lnTo>
                      <a:pt x="0" y="25"/>
                    </a:lnTo>
                    <a:lnTo>
                      <a:pt x="0" y="16"/>
                    </a:lnTo>
                  </a:path>
                </a:pathLst>
              </a:custGeom>
              <a:solidFill>
                <a:srgbClr val="3366FF"/>
              </a:solidFill>
              <a:ln w="12700">
                <a:solidFill>
                  <a:srgbClr val="000000"/>
                </a:solidFill>
                <a:round/>
                <a:headEnd/>
                <a:tailEnd/>
              </a:ln>
            </p:spPr>
            <p:txBody>
              <a:bodyPr/>
              <a:lstStyle/>
              <a:p>
                <a:endParaRPr lang="en-US" dirty="0"/>
              </a:p>
            </p:txBody>
          </p:sp>
          <p:sp>
            <p:nvSpPr>
              <p:cNvPr id="210" name="Freeform 84" descr="Parchment"/>
              <p:cNvSpPr>
                <a:spLocks/>
              </p:cNvSpPr>
              <p:nvPr/>
            </p:nvSpPr>
            <p:spPr bwMode="gray">
              <a:xfrm>
                <a:off x="2393950" y="5283200"/>
                <a:ext cx="85725" cy="65088"/>
              </a:xfrm>
              <a:custGeom>
                <a:avLst/>
                <a:gdLst>
                  <a:gd name="T0" fmla="*/ 2147483647 w 44"/>
                  <a:gd name="T1" fmla="*/ 2147483647 h 34"/>
                  <a:gd name="T2" fmla="*/ 2147483647 w 44"/>
                  <a:gd name="T3" fmla="*/ 2147483647 h 34"/>
                  <a:gd name="T4" fmla="*/ 2147483647 w 44"/>
                  <a:gd name="T5" fmla="*/ 2147483647 h 34"/>
                  <a:gd name="T6" fmla="*/ 2147483647 w 44"/>
                  <a:gd name="T7" fmla="*/ 2147483647 h 34"/>
                  <a:gd name="T8" fmla="*/ 2147483647 w 44"/>
                  <a:gd name="T9" fmla="*/ 0 h 34"/>
                  <a:gd name="T10" fmla="*/ 0 w 44"/>
                  <a:gd name="T11" fmla="*/ 0 h 34"/>
                  <a:gd name="T12" fmla="*/ 2147483647 w 44"/>
                  <a:gd name="T13" fmla="*/ 2147483647 h 34"/>
                  <a:gd name="T14" fmla="*/ 0 60000 65536"/>
                  <a:gd name="T15" fmla="*/ 0 60000 65536"/>
                  <a:gd name="T16" fmla="*/ 0 60000 65536"/>
                  <a:gd name="T17" fmla="*/ 0 60000 65536"/>
                  <a:gd name="T18" fmla="*/ 0 60000 65536"/>
                  <a:gd name="T19" fmla="*/ 0 60000 65536"/>
                  <a:gd name="T20" fmla="*/ 0 60000 65536"/>
                  <a:gd name="T21" fmla="*/ 0 w 44"/>
                  <a:gd name="T22" fmla="*/ 0 h 34"/>
                  <a:gd name="T23" fmla="*/ 44 w 44"/>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34">
                    <a:moveTo>
                      <a:pt x="10" y="34"/>
                    </a:moveTo>
                    <a:lnTo>
                      <a:pt x="44" y="25"/>
                    </a:lnTo>
                    <a:lnTo>
                      <a:pt x="41" y="12"/>
                    </a:lnTo>
                    <a:lnTo>
                      <a:pt x="35" y="3"/>
                    </a:lnTo>
                    <a:lnTo>
                      <a:pt x="25" y="0"/>
                    </a:lnTo>
                    <a:lnTo>
                      <a:pt x="0" y="0"/>
                    </a:lnTo>
                    <a:lnTo>
                      <a:pt x="10" y="34"/>
                    </a:lnTo>
                  </a:path>
                </a:pathLst>
              </a:custGeom>
              <a:blipFill dpi="0" rotWithShape="0">
                <a:blip r:embed="rId10"/>
                <a:srcRect/>
                <a:tile tx="0" ty="0" sx="100000" sy="100000" flip="none" algn="tl"/>
              </a:blipFill>
              <a:ln w="9525">
                <a:solidFill>
                  <a:srgbClr val="663300"/>
                </a:solidFill>
                <a:round/>
                <a:headEnd/>
                <a:tailEnd/>
              </a:ln>
            </p:spPr>
            <p:txBody>
              <a:bodyPr/>
              <a:lstStyle/>
              <a:p>
                <a:endParaRPr lang="en-US" dirty="0"/>
              </a:p>
            </p:txBody>
          </p:sp>
          <p:sp>
            <p:nvSpPr>
              <p:cNvPr id="211" name="Freeform 85"/>
              <p:cNvSpPr>
                <a:spLocks/>
              </p:cNvSpPr>
              <p:nvPr/>
            </p:nvSpPr>
            <p:spPr bwMode="auto">
              <a:xfrm>
                <a:off x="2393950" y="5283200"/>
                <a:ext cx="85725" cy="65088"/>
              </a:xfrm>
              <a:custGeom>
                <a:avLst/>
                <a:gdLst>
                  <a:gd name="T0" fmla="*/ 2147483647 w 44"/>
                  <a:gd name="T1" fmla="*/ 2147483647 h 34"/>
                  <a:gd name="T2" fmla="*/ 2147483647 w 44"/>
                  <a:gd name="T3" fmla="*/ 2147483647 h 34"/>
                  <a:gd name="T4" fmla="*/ 2147483647 w 44"/>
                  <a:gd name="T5" fmla="*/ 2147483647 h 34"/>
                  <a:gd name="T6" fmla="*/ 2147483647 w 44"/>
                  <a:gd name="T7" fmla="*/ 2147483647 h 34"/>
                  <a:gd name="T8" fmla="*/ 2147483647 w 44"/>
                  <a:gd name="T9" fmla="*/ 0 h 34"/>
                  <a:gd name="T10" fmla="*/ 0 w 44"/>
                  <a:gd name="T11" fmla="*/ 0 h 34"/>
                  <a:gd name="T12" fmla="*/ 2147483647 w 44"/>
                  <a:gd name="T13" fmla="*/ 2147483647 h 34"/>
                  <a:gd name="T14" fmla="*/ 0 60000 65536"/>
                  <a:gd name="T15" fmla="*/ 0 60000 65536"/>
                  <a:gd name="T16" fmla="*/ 0 60000 65536"/>
                  <a:gd name="T17" fmla="*/ 0 60000 65536"/>
                  <a:gd name="T18" fmla="*/ 0 60000 65536"/>
                  <a:gd name="T19" fmla="*/ 0 60000 65536"/>
                  <a:gd name="T20" fmla="*/ 0 60000 65536"/>
                  <a:gd name="T21" fmla="*/ 0 w 44"/>
                  <a:gd name="T22" fmla="*/ 0 h 34"/>
                  <a:gd name="T23" fmla="*/ 44 w 44"/>
                  <a:gd name="T24" fmla="*/ 34 h 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34">
                    <a:moveTo>
                      <a:pt x="10" y="34"/>
                    </a:moveTo>
                    <a:lnTo>
                      <a:pt x="44" y="25"/>
                    </a:lnTo>
                    <a:lnTo>
                      <a:pt x="41" y="12"/>
                    </a:lnTo>
                    <a:lnTo>
                      <a:pt x="35" y="3"/>
                    </a:lnTo>
                    <a:lnTo>
                      <a:pt x="25" y="0"/>
                    </a:lnTo>
                    <a:lnTo>
                      <a:pt x="0" y="0"/>
                    </a:lnTo>
                    <a:lnTo>
                      <a:pt x="10" y="34"/>
                    </a:lnTo>
                  </a:path>
                </a:pathLst>
              </a:custGeom>
              <a:solidFill>
                <a:srgbClr val="3366FF"/>
              </a:solidFill>
              <a:ln w="12700">
                <a:solidFill>
                  <a:srgbClr val="000000"/>
                </a:solidFill>
                <a:round/>
                <a:headEnd/>
                <a:tailEnd/>
              </a:ln>
            </p:spPr>
            <p:txBody>
              <a:bodyPr/>
              <a:lstStyle/>
              <a:p>
                <a:endParaRPr lang="en-US" dirty="0"/>
              </a:p>
            </p:txBody>
          </p:sp>
          <p:sp>
            <p:nvSpPr>
              <p:cNvPr id="212" name="Freeform 86" descr="Parchment"/>
              <p:cNvSpPr>
                <a:spLocks/>
              </p:cNvSpPr>
              <p:nvPr/>
            </p:nvSpPr>
            <p:spPr bwMode="gray">
              <a:xfrm>
                <a:off x="2490788" y="5403850"/>
                <a:ext cx="188912" cy="249238"/>
              </a:xfrm>
              <a:custGeom>
                <a:avLst/>
                <a:gdLst>
                  <a:gd name="T0" fmla="*/ 2147483647 w 97"/>
                  <a:gd name="T1" fmla="*/ 0 h 128"/>
                  <a:gd name="T2" fmla="*/ 2147483647 w 97"/>
                  <a:gd name="T3" fmla="*/ 2147483647 h 128"/>
                  <a:gd name="T4" fmla="*/ 2147483647 w 97"/>
                  <a:gd name="T5" fmla="*/ 2147483647 h 128"/>
                  <a:gd name="T6" fmla="*/ 2147483647 w 97"/>
                  <a:gd name="T7" fmla="*/ 2147483647 h 128"/>
                  <a:gd name="T8" fmla="*/ 0 w 97"/>
                  <a:gd name="T9" fmla="*/ 2147483647 h 128"/>
                  <a:gd name="T10" fmla="*/ 0 w 97"/>
                  <a:gd name="T11" fmla="*/ 2147483647 h 128"/>
                  <a:gd name="T12" fmla="*/ 2147483647 w 97"/>
                  <a:gd name="T13" fmla="*/ 2147483647 h 128"/>
                  <a:gd name="T14" fmla="*/ 2147483647 w 97"/>
                  <a:gd name="T15" fmla="*/ 2147483647 h 128"/>
                  <a:gd name="T16" fmla="*/ 2147483647 w 97"/>
                  <a:gd name="T17" fmla="*/ 2147483647 h 128"/>
                  <a:gd name="T18" fmla="*/ 2147483647 w 97"/>
                  <a:gd name="T19" fmla="*/ 2147483647 h 128"/>
                  <a:gd name="T20" fmla="*/ 2147483647 w 97"/>
                  <a:gd name="T21" fmla="*/ 0 h 128"/>
                  <a:gd name="T22" fmla="*/ 2147483647 w 97"/>
                  <a:gd name="T23" fmla="*/ 2147483647 h 128"/>
                  <a:gd name="T24" fmla="*/ 2147483647 w 97"/>
                  <a:gd name="T25" fmla="*/ 0 h 1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
                  <a:gd name="T40" fmla="*/ 0 h 128"/>
                  <a:gd name="T41" fmla="*/ 97 w 97"/>
                  <a:gd name="T42" fmla="*/ 128 h 1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 h="128">
                    <a:moveTo>
                      <a:pt x="16" y="0"/>
                    </a:moveTo>
                    <a:lnTo>
                      <a:pt x="10" y="9"/>
                    </a:lnTo>
                    <a:lnTo>
                      <a:pt x="16" y="22"/>
                    </a:lnTo>
                    <a:lnTo>
                      <a:pt x="16" y="28"/>
                    </a:lnTo>
                    <a:lnTo>
                      <a:pt x="0" y="59"/>
                    </a:lnTo>
                    <a:lnTo>
                      <a:pt x="0" y="109"/>
                    </a:lnTo>
                    <a:lnTo>
                      <a:pt x="25" y="128"/>
                    </a:lnTo>
                    <a:lnTo>
                      <a:pt x="25" y="113"/>
                    </a:lnTo>
                    <a:lnTo>
                      <a:pt x="97" y="75"/>
                    </a:lnTo>
                    <a:lnTo>
                      <a:pt x="63" y="41"/>
                    </a:lnTo>
                    <a:lnTo>
                      <a:pt x="22" y="0"/>
                    </a:lnTo>
                    <a:lnTo>
                      <a:pt x="22" y="3"/>
                    </a:lnTo>
                    <a:lnTo>
                      <a:pt x="16" y="0"/>
                    </a:lnTo>
                  </a:path>
                </a:pathLst>
              </a:custGeom>
              <a:blipFill dpi="0" rotWithShape="0">
                <a:blip r:embed="rId10"/>
                <a:srcRect/>
                <a:tile tx="0" ty="0" sx="100000" sy="100000" flip="none" algn="tl"/>
              </a:blipFill>
              <a:ln w="9525">
                <a:solidFill>
                  <a:srgbClr val="663300"/>
                </a:solidFill>
                <a:round/>
                <a:headEnd/>
                <a:tailEnd/>
              </a:ln>
            </p:spPr>
            <p:txBody>
              <a:bodyPr/>
              <a:lstStyle/>
              <a:p>
                <a:endParaRPr lang="en-US" dirty="0"/>
              </a:p>
            </p:txBody>
          </p:sp>
          <p:sp>
            <p:nvSpPr>
              <p:cNvPr id="213" name="Freeform 87"/>
              <p:cNvSpPr>
                <a:spLocks/>
              </p:cNvSpPr>
              <p:nvPr/>
            </p:nvSpPr>
            <p:spPr bwMode="auto">
              <a:xfrm>
                <a:off x="2490788" y="5403850"/>
                <a:ext cx="188912" cy="249238"/>
              </a:xfrm>
              <a:custGeom>
                <a:avLst/>
                <a:gdLst>
                  <a:gd name="T0" fmla="*/ 2147483647 w 97"/>
                  <a:gd name="T1" fmla="*/ 0 h 128"/>
                  <a:gd name="T2" fmla="*/ 2147483647 w 97"/>
                  <a:gd name="T3" fmla="*/ 2147483647 h 128"/>
                  <a:gd name="T4" fmla="*/ 2147483647 w 97"/>
                  <a:gd name="T5" fmla="*/ 2147483647 h 128"/>
                  <a:gd name="T6" fmla="*/ 2147483647 w 97"/>
                  <a:gd name="T7" fmla="*/ 2147483647 h 128"/>
                  <a:gd name="T8" fmla="*/ 0 w 97"/>
                  <a:gd name="T9" fmla="*/ 2147483647 h 128"/>
                  <a:gd name="T10" fmla="*/ 0 w 97"/>
                  <a:gd name="T11" fmla="*/ 2147483647 h 128"/>
                  <a:gd name="T12" fmla="*/ 2147483647 w 97"/>
                  <a:gd name="T13" fmla="*/ 2147483647 h 128"/>
                  <a:gd name="T14" fmla="*/ 2147483647 w 97"/>
                  <a:gd name="T15" fmla="*/ 2147483647 h 128"/>
                  <a:gd name="T16" fmla="*/ 2147483647 w 97"/>
                  <a:gd name="T17" fmla="*/ 2147483647 h 128"/>
                  <a:gd name="T18" fmla="*/ 2147483647 w 97"/>
                  <a:gd name="T19" fmla="*/ 2147483647 h 128"/>
                  <a:gd name="T20" fmla="*/ 2147483647 w 97"/>
                  <a:gd name="T21" fmla="*/ 0 h 128"/>
                  <a:gd name="T22" fmla="*/ 2147483647 w 97"/>
                  <a:gd name="T23" fmla="*/ 2147483647 h 128"/>
                  <a:gd name="T24" fmla="*/ 2147483647 w 97"/>
                  <a:gd name="T25" fmla="*/ 0 h 1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7"/>
                  <a:gd name="T40" fmla="*/ 0 h 128"/>
                  <a:gd name="T41" fmla="*/ 97 w 97"/>
                  <a:gd name="T42" fmla="*/ 128 h 1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7" h="128">
                    <a:moveTo>
                      <a:pt x="16" y="0"/>
                    </a:moveTo>
                    <a:lnTo>
                      <a:pt x="10" y="9"/>
                    </a:lnTo>
                    <a:lnTo>
                      <a:pt x="16" y="22"/>
                    </a:lnTo>
                    <a:lnTo>
                      <a:pt x="16" y="28"/>
                    </a:lnTo>
                    <a:lnTo>
                      <a:pt x="0" y="59"/>
                    </a:lnTo>
                    <a:lnTo>
                      <a:pt x="0" y="109"/>
                    </a:lnTo>
                    <a:lnTo>
                      <a:pt x="25" y="128"/>
                    </a:lnTo>
                    <a:lnTo>
                      <a:pt x="25" y="113"/>
                    </a:lnTo>
                    <a:lnTo>
                      <a:pt x="97" y="75"/>
                    </a:lnTo>
                    <a:lnTo>
                      <a:pt x="63" y="41"/>
                    </a:lnTo>
                    <a:lnTo>
                      <a:pt x="22" y="0"/>
                    </a:lnTo>
                    <a:lnTo>
                      <a:pt x="22" y="3"/>
                    </a:lnTo>
                    <a:lnTo>
                      <a:pt x="16" y="0"/>
                    </a:lnTo>
                  </a:path>
                </a:pathLst>
              </a:custGeom>
              <a:solidFill>
                <a:srgbClr val="3366FF"/>
              </a:solidFill>
              <a:ln w="12700">
                <a:solidFill>
                  <a:srgbClr val="000000"/>
                </a:solidFill>
                <a:round/>
                <a:headEnd/>
                <a:tailEnd/>
              </a:ln>
            </p:spPr>
            <p:txBody>
              <a:bodyPr/>
              <a:lstStyle/>
              <a:p>
                <a:endParaRPr lang="en-US" dirty="0"/>
              </a:p>
            </p:txBody>
          </p:sp>
          <p:sp>
            <p:nvSpPr>
              <p:cNvPr id="214" name="Line 90"/>
              <p:cNvSpPr>
                <a:spLocks noChangeShapeType="1"/>
              </p:cNvSpPr>
              <p:nvPr/>
            </p:nvSpPr>
            <p:spPr bwMode="auto">
              <a:xfrm flipH="1">
                <a:off x="1199863" y="5049838"/>
                <a:ext cx="711485" cy="653674"/>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dirty="0"/>
              </a:p>
            </p:txBody>
          </p:sp>
          <p:sp>
            <p:nvSpPr>
              <p:cNvPr id="215" name="Rectangle 91"/>
              <p:cNvSpPr>
                <a:spLocks noChangeArrowheads="1"/>
              </p:cNvSpPr>
              <p:nvPr/>
            </p:nvSpPr>
            <p:spPr bwMode="auto">
              <a:xfrm>
                <a:off x="644568" y="5695298"/>
                <a:ext cx="1052512" cy="457200"/>
              </a:xfrm>
              <a:prstGeom prst="rect">
                <a:avLst/>
              </a:prstGeom>
              <a:solidFill>
                <a:srgbClr val="FFFFFF"/>
              </a:solidFill>
              <a:ln w="9525" algn="ctr">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PMRF</a:t>
                </a:r>
              </a:p>
              <a:p>
                <a:pPr eaLnBrk="1" hangingPunct="1">
                  <a:lnSpc>
                    <a:spcPts val="800"/>
                  </a:lnSpc>
                  <a:defRPr/>
                </a:pPr>
                <a:r>
                  <a:rPr lang="en-US" sz="700" kern="0" dirty="0">
                    <a:solidFill>
                      <a:srgbClr val="003399"/>
                    </a:solidFill>
                    <a:latin typeface="Arial" charset="0"/>
                    <a:cs typeface="Arial" charset="0"/>
                  </a:rPr>
                  <a:t>Test and Evaluation Support</a:t>
                </a:r>
              </a:p>
            </p:txBody>
          </p:sp>
          <p:sp>
            <p:nvSpPr>
              <p:cNvPr id="216" name="Freeform 95"/>
              <p:cNvSpPr>
                <a:spLocks/>
              </p:cNvSpPr>
              <p:nvPr/>
            </p:nvSpPr>
            <p:spPr bwMode="auto">
              <a:xfrm>
                <a:off x="565150" y="1611313"/>
                <a:ext cx="1074738" cy="984250"/>
              </a:xfrm>
              <a:custGeom>
                <a:avLst/>
                <a:gdLst>
                  <a:gd name="T0" fmla="*/ 2147483647 w 828"/>
                  <a:gd name="T1" fmla="*/ 2147483647 h 759"/>
                  <a:gd name="T2" fmla="*/ 2147483647 w 828"/>
                  <a:gd name="T3" fmla="*/ 2147483647 h 759"/>
                  <a:gd name="T4" fmla="*/ 2147483647 w 828"/>
                  <a:gd name="T5" fmla="*/ 2147483647 h 759"/>
                  <a:gd name="T6" fmla="*/ 2147483647 w 828"/>
                  <a:gd name="T7" fmla="*/ 2147483647 h 759"/>
                  <a:gd name="T8" fmla="*/ 2147483647 w 828"/>
                  <a:gd name="T9" fmla="*/ 2147483647 h 759"/>
                  <a:gd name="T10" fmla="*/ 2147483647 w 828"/>
                  <a:gd name="T11" fmla="*/ 2147483647 h 759"/>
                  <a:gd name="T12" fmla="*/ 2147483647 w 828"/>
                  <a:gd name="T13" fmla="*/ 2147483647 h 759"/>
                  <a:gd name="T14" fmla="*/ 2147483647 w 828"/>
                  <a:gd name="T15" fmla="*/ 2147483647 h 759"/>
                  <a:gd name="T16" fmla="*/ 2147483647 w 828"/>
                  <a:gd name="T17" fmla="*/ 2147483647 h 759"/>
                  <a:gd name="T18" fmla="*/ 2147483647 w 828"/>
                  <a:gd name="T19" fmla="*/ 2147483647 h 759"/>
                  <a:gd name="T20" fmla="*/ 2147483647 w 828"/>
                  <a:gd name="T21" fmla="*/ 2147483647 h 759"/>
                  <a:gd name="T22" fmla="*/ 2147483647 w 828"/>
                  <a:gd name="T23" fmla="*/ 2147483647 h 759"/>
                  <a:gd name="T24" fmla="*/ 2147483647 w 828"/>
                  <a:gd name="T25" fmla="*/ 2147483647 h 759"/>
                  <a:gd name="T26" fmla="*/ 2147483647 w 828"/>
                  <a:gd name="T27" fmla="*/ 2147483647 h 759"/>
                  <a:gd name="T28" fmla="*/ 2147483647 w 828"/>
                  <a:gd name="T29" fmla="*/ 2147483647 h 759"/>
                  <a:gd name="T30" fmla="*/ 2147483647 w 828"/>
                  <a:gd name="T31" fmla="*/ 2147483647 h 759"/>
                  <a:gd name="T32" fmla="*/ 2147483647 w 828"/>
                  <a:gd name="T33" fmla="*/ 2147483647 h 759"/>
                  <a:gd name="T34" fmla="*/ 2147483647 w 828"/>
                  <a:gd name="T35" fmla="*/ 2147483647 h 759"/>
                  <a:gd name="T36" fmla="*/ 2147483647 w 828"/>
                  <a:gd name="T37" fmla="*/ 2147483647 h 759"/>
                  <a:gd name="T38" fmla="*/ 2147483647 w 828"/>
                  <a:gd name="T39" fmla="*/ 2147483647 h 759"/>
                  <a:gd name="T40" fmla="*/ 2147483647 w 828"/>
                  <a:gd name="T41" fmla="*/ 2147483647 h 759"/>
                  <a:gd name="T42" fmla="*/ 2147483647 w 828"/>
                  <a:gd name="T43" fmla="*/ 2147483647 h 759"/>
                  <a:gd name="T44" fmla="*/ 2147483647 w 828"/>
                  <a:gd name="T45" fmla="*/ 2147483647 h 759"/>
                  <a:gd name="T46" fmla="*/ 2147483647 w 828"/>
                  <a:gd name="T47" fmla="*/ 2147483647 h 759"/>
                  <a:gd name="T48" fmla="*/ 2147483647 w 828"/>
                  <a:gd name="T49" fmla="*/ 2147483647 h 759"/>
                  <a:gd name="T50" fmla="*/ 2147483647 w 828"/>
                  <a:gd name="T51" fmla="*/ 2147483647 h 759"/>
                  <a:gd name="T52" fmla="*/ 2147483647 w 828"/>
                  <a:gd name="T53" fmla="*/ 2147483647 h 759"/>
                  <a:gd name="T54" fmla="*/ 2147483647 w 828"/>
                  <a:gd name="T55" fmla="*/ 2147483647 h 759"/>
                  <a:gd name="T56" fmla="*/ 2147483647 w 828"/>
                  <a:gd name="T57" fmla="*/ 2147483647 h 759"/>
                  <a:gd name="T58" fmla="*/ 2147483647 w 828"/>
                  <a:gd name="T59" fmla="*/ 2147483647 h 759"/>
                  <a:gd name="T60" fmla="*/ 2147483647 w 828"/>
                  <a:gd name="T61" fmla="*/ 2147483647 h 759"/>
                  <a:gd name="T62" fmla="*/ 2147483647 w 828"/>
                  <a:gd name="T63" fmla="*/ 2147483647 h 759"/>
                  <a:gd name="T64" fmla="*/ 2147483647 w 828"/>
                  <a:gd name="T65" fmla="*/ 2147483647 h 7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28"/>
                  <a:gd name="T100" fmla="*/ 0 h 759"/>
                  <a:gd name="T101" fmla="*/ 828 w 828"/>
                  <a:gd name="T102" fmla="*/ 759 h 75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28" h="759">
                    <a:moveTo>
                      <a:pt x="556" y="521"/>
                    </a:moveTo>
                    <a:lnTo>
                      <a:pt x="537" y="109"/>
                    </a:lnTo>
                    <a:lnTo>
                      <a:pt x="419" y="75"/>
                    </a:lnTo>
                    <a:lnTo>
                      <a:pt x="415" y="65"/>
                    </a:lnTo>
                    <a:lnTo>
                      <a:pt x="303" y="0"/>
                    </a:lnTo>
                    <a:lnTo>
                      <a:pt x="200" y="37"/>
                    </a:lnTo>
                    <a:lnTo>
                      <a:pt x="178" y="84"/>
                    </a:lnTo>
                    <a:lnTo>
                      <a:pt x="150" y="69"/>
                    </a:lnTo>
                    <a:lnTo>
                      <a:pt x="116" y="84"/>
                    </a:lnTo>
                    <a:lnTo>
                      <a:pt x="134" y="119"/>
                    </a:lnTo>
                    <a:lnTo>
                      <a:pt x="156" y="156"/>
                    </a:lnTo>
                    <a:lnTo>
                      <a:pt x="181" y="190"/>
                    </a:lnTo>
                    <a:lnTo>
                      <a:pt x="184" y="197"/>
                    </a:lnTo>
                    <a:lnTo>
                      <a:pt x="178" y="219"/>
                    </a:lnTo>
                    <a:lnTo>
                      <a:pt x="156" y="209"/>
                    </a:lnTo>
                    <a:lnTo>
                      <a:pt x="138" y="172"/>
                    </a:lnTo>
                    <a:lnTo>
                      <a:pt x="53" y="184"/>
                    </a:lnTo>
                    <a:lnTo>
                      <a:pt x="66" y="212"/>
                    </a:lnTo>
                    <a:lnTo>
                      <a:pt x="59" y="243"/>
                    </a:lnTo>
                    <a:lnTo>
                      <a:pt x="84" y="275"/>
                    </a:lnTo>
                    <a:lnTo>
                      <a:pt x="166" y="290"/>
                    </a:lnTo>
                    <a:lnTo>
                      <a:pt x="156" y="318"/>
                    </a:lnTo>
                    <a:lnTo>
                      <a:pt x="128" y="328"/>
                    </a:lnTo>
                    <a:lnTo>
                      <a:pt x="103" y="340"/>
                    </a:lnTo>
                    <a:lnTo>
                      <a:pt x="84" y="328"/>
                    </a:lnTo>
                    <a:lnTo>
                      <a:pt x="16" y="381"/>
                    </a:lnTo>
                    <a:lnTo>
                      <a:pt x="41" y="475"/>
                    </a:lnTo>
                    <a:lnTo>
                      <a:pt x="84" y="471"/>
                    </a:lnTo>
                    <a:lnTo>
                      <a:pt x="63" y="537"/>
                    </a:lnTo>
                    <a:lnTo>
                      <a:pt x="109" y="531"/>
                    </a:lnTo>
                    <a:lnTo>
                      <a:pt x="172" y="556"/>
                    </a:lnTo>
                    <a:lnTo>
                      <a:pt x="162" y="603"/>
                    </a:lnTo>
                    <a:lnTo>
                      <a:pt x="63" y="662"/>
                    </a:lnTo>
                    <a:lnTo>
                      <a:pt x="50" y="656"/>
                    </a:lnTo>
                    <a:lnTo>
                      <a:pt x="0" y="693"/>
                    </a:lnTo>
                    <a:lnTo>
                      <a:pt x="134" y="674"/>
                    </a:lnTo>
                    <a:lnTo>
                      <a:pt x="259" y="575"/>
                    </a:lnTo>
                    <a:lnTo>
                      <a:pt x="247" y="556"/>
                    </a:lnTo>
                    <a:lnTo>
                      <a:pt x="312" y="493"/>
                    </a:lnTo>
                    <a:lnTo>
                      <a:pt x="334" y="475"/>
                    </a:lnTo>
                    <a:lnTo>
                      <a:pt x="303" y="537"/>
                    </a:lnTo>
                    <a:lnTo>
                      <a:pt x="322" y="565"/>
                    </a:lnTo>
                    <a:lnTo>
                      <a:pt x="394" y="528"/>
                    </a:lnTo>
                    <a:lnTo>
                      <a:pt x="400" y="487"/>
                    </a:lnTo>
                    <a:lnTo>
                      <a:pt x="475" y="531"/>
                    </a:lnTo>
                    <a:lnTo>
                      <a:pt x="478" y="540"/>
                    </a:lnTo>
                    <a:lnTo>
                      <a:pt x="575" y="553"/>
                    </a:lnTo>
                    <a:lnTo>
                      <a:pt x="575" y="565"/>
                    </a:lnTo>
                    <a:lnTo>
                      <a:pt x="669" y="628"/>
                    </a:lnTo>
                    <a:lnTo>
                      <a:pt x="669" y="593"/>
                    </a:lnTo>
                    <a:lnTo>
                      <a:pt x="690" y="618"/>
                    </a:lnTo>
                    <a:lnTo>
                      <a:pt x="700" y="612"/>
                    </a:lnTo>
                    <a:lnTo>
                      <a:pt x="781" y="703"/>
                    </a:lnTo>
                    <a:lnTo>
                      <a:pt x="781" y="718"/>
                    </a:lnTo>
                    <a:lnTo>
                      <a:pt x="828" y="759"/>
                    </a:lnTo>
                    <a:lnTo>
                      <a:pt x="822" y="746"/>
                    </a:lnTo>
                    <a:lnTo>
                      <a:pt x="822" y="699"/>
                    </a:lnTo>
                    <a:lnTo>
                      <a:pt x="772" y="665"/>
                    </a:lnTo>
                    <a:lnTo>
                      <a:pt x="700" y="540"/>
                    </a:lnTo>
                    <a:lnTo>
                      <a:pt x="678" y="537"/>
                    </a:lnTo>
                    <a:lnTo>
                      <a:pt x="647" y="581"/>
                    </a:lnTo>
                    <a:lnTo>
                      <a:pt x="597" y="540"/>
                    </a:lnTo>
                    <a:lnTo>
                      <a:pt x="590" y="512"/>
                    </a:lnTo>
                    <a:lnTo>
                      <a:pt x="553" y="528"/>
                    </a:lnTo>
                    <a:lnTo>
                      <a:pt x="556" y="528"/>
                    </a:lnTo>
                    <a:lnTo>
                      <a:pt x="556" y="521"/>
                    </a:lnTo>
                  </a:path>
                </a:pathLst>
              </a:custGeom>
              <a:solidFill>
                <a:srgbClr val="C5E2FF"/>
              </a:solidFill>
              <a:ln w="12700">
                <a:solidFill>
                  <a:srgbClr val="000000"/>
                </a:solidFill>
                <a:round/>
                <a:headEnd/>
                <a:tailEnd/>
              </a:ln>
            </p:spPr>
            <p:txBody>
              <a:bodyPr/>
              <a:lstStyle/>
              <a:p>
                <a:endParaRPr lang="en-US" dirty="0"/>
              </a:p>
            </p:txBody>
          </p:sp>
          <p:sp>
            <p:nvSpPr>
              <p:cNvPr id="217" name="Line 73"/>
              <p:cNvSpPr>
                <a:spLocks noChangeShapeType="1"/>
              </p:cNvSpPr>
              <p:nvPr/>
            </p:nvSpPr>
            <p:spPr bwMode="auto">
              <a:xfrm flipH="1" flipV="1">
                <a:off x="6359523" y="3773487"/>
                <a:ext cx="1221461" cy="198961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18" name="Rectangle 67"/>
              <p:cNvSpPr>
                <a:spLocks noChangeArrowheads="1"/>
              </p:cNvSpPr>
              <p:nvPr/>
            </p:nvSpPr>
            <p:spPr bwMode="auto">
              <a:xfrm>
                <a:off x="104791" y="3792745"/>
                <a:ext cx="1050925"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NSWC PHD</a:t>
                </a:r>
              </a:p>
              <a:p>
                <a:pPr eaLnBrk="1" hangingPunct="1">
                  <a:lnSpc>
                    <a:spcPts val="800"/>
                  </a:lnSpc>
                  <a:defRPr/>
                </a:pPr>
                <a:r>
                  <a:rPr lang="en-US" sz="700" kern="0" dirty="0">
                    <a:solidFill>
                      <a:srgbClr val="003399"/>
                    </a:solidFill>
                    <a:latin typeface="Arial" charset="0"/>
                    <a:cs typeface="Arial" charset="0"/>
                  </a:rPr>
                  <a:t>System Engineering Support</a:t>
                </a:r>
              </a:p>
            </p:txBody>
          </p:sp>
          <p:sp>
            <p:nvSpPr>
              <p:cNvPr id="219" name="Rectangle 67"/>
              <p:cNvSpPr>
                <a:spLocks noChangeArrowheads="1"/>
              </p:cNvSpPr>
              <p:nvPr/>
            </p:nvSpPr>
            <p:spPr bwMode="auto">
              <a:xfrm>
                <a:off x="148939" y="3113722"/>
                <a:ext cx="1050925"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NSWC Corona</a:t>
                </a:r>
              </a:p>
              <a:p>
                <a:pPr eaLnBrk="1" hangingPunct="1">
                  <a:lnSpc>
                    <a:spcPts val="800"/>
                  </a:lnSpc>
                  <a:defRPr/>
                </a:pPr>
                <a:r>
                  <a:rPr lang="en-US" sz="700" kern="0" dirty="0">
                    <a:solidFill>
                      <a:srgbClr val="003399"/>
                    </a:solidFill>
                    <a:latin typeface="Arial" charset="0"/>
                    <a:cs typeface="Arial" charset="0"/>
                  </a:rPr>
                  <a:t>System Engineering Support</a:t>
                </a:r>
              </a:p>
            </p:txBody>
          </p:sp>
          <p:sp>
            <p:nvSpPr>
              <p:cNvPr id="220" name="Line 57"/>
              <p:cNvSpPr>
                <a:spLocks noChangeShapeType="1"/>
              </p:cNvSpPr>
              <p:nvPr/>
            </p:nvSpPr>
            <p:spPr bwMode="auto">
              <a:xfrm>
                <a:off x="1216895" y="3365375"/>
                <a:ext cx="694453" cy="85595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21" name="Line 57"/>
              <p:cNvSpPr>
                <a:spLocks noChangeShapeType="1"/>
              </p:cNvSpPr>
              <p:nvPr/>
            </p:nvSpPr>
            <p:spPr bwMode="auto">
              <a:xfrm flipV="1">
                <a:off x="1438529" y="4392820"/>
                <a:ext cx="526812" cy="24372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22" name="Line 73"/>
              <p:cNvSpPr>
                <a:spLocks noChangeShapeType="1"/>
              </p:cNvSpPr>
              <p:nvPr/>
            </p:nvSpPr>
            <p:spPr bwMode="auto">
              <a:xfrm flipH="1" flipV="1">
                <a:off x="6381748" y="3789361"/>
                <a:ext cx="995160" cy="24669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23" name="Text Box 71"/>
              <p:cNvSpPr txBox="1">
                <a:spLocks noChangeArrowheads="1"/>
              </p:cNvSpPr>
              <p:nvPr/>
            </p:nvSpPr>
            <p:spPr bwMode="auto">
              <a:xfrm>
                <a:off x="7563794" y="5299762"/>
                <a:ext cx="1279157" cy="320543"/>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NSWC Dahlgren</a:t>
                </a:r>
              </a:p>
              <a:p>
                <a:pPr eaLnBrk="1" hangingPunct="1">
                  <a:lnSpc>
                    <a:spcPts val="800"/>
                  </a:lnSpc>
                  <a:defRPr/>
                </a:pPr>
                <a:r>
                  <a:rPr lang="en-US" sz="700" kern="0" dirty="0">
                    <a:solidFill>
                      <a:srgbClr val="003399"/>
                    </a:solidFill>
                    <a:latin typeface="Arial" charset="0"/>
                    <a:cs typeface="Arial" charset="0"/>
                  </a:rPr>
                  <a:t>Systems Engineering Support</a:t>
                </a:r>
              </a:p>
            </p:txBody>
          </p:sp>
          <p:sp>
            <p:nvSpPr>
              <p:cNvPr id="224" name="Text Box 96"/>
              <p:cNvSpPr txBox="1">
                <a:spLocks noChangeArrowheads="1"/>
              </p:cNvSpPr>
              <p:nvPr/>
            </p:nvSpPr>
            <p:spPr bwMode="auto">
              <a:xfrm>
                <a:off x="7543548" y="3693091"/>
                <a:ext cx="1050925"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Johns Hopkins</a:t>
                </a:r>
              </a:p>
              <a:p>
                <a:pPr eaLnBrk="1" hangingPunct="1">
                  <a:lnSpc>
                    <a:spcPts val="800"/>
                  </a:lnSpc>
                  <a:defRPr/>
                </a:pPr>
                <a:r>
                  <a:rPr lang="en-US" sz="800" b="1" kern="0" dirty="0">
                    <a:solidFill>
                      <a:srgbClr val="003399"/>
                    </a:solidFill>
                    <a:latin typeface="Arial" charset="0"/>
                    <a:cs typeface="Arial" charset="0"/>
                  </a:rPr>
                  <a:t>University/APL</a:t>
                </a:r>
              </a:p>
              <a:p>
                <a:pPr eaLnBrk="1" hangingPunct="1">
                  <a:lnSpc>
                    <a:spcPts val="800"/>
                  </a:lnSpc>
                  <a:defRPr/>
                </a:pPr>
                <a:r>
                  <a:rPr lang="en-US" sz="700" kern="0" dirty="0">
                    <a:solidFill>
                      <a:srgbClr val="003399"/>
                    </a:solidFill>
                    <a:latin typeface="Arial" charset="0"/>
                    <a:cs typeface="Arial" charset="0"/>
                  </a:rPr>
                  <a:t>Systems Engineering Support</a:t>
                </a:r>
              </a:p>
            </p:txBody>
          </p:sp>
          <p:sp>
            <p:nvSpPr>
              <p:cNvPr id="225" name="Text Box 97"/>
              <p:cNvSpPr txBox="1">
                <a:spLocks noChangeArrowheads="1"/>
              </p:cNvSpPr>
              <p:nvPr/>
            </p:nvSpPr>
            <p:spPr bwMode="auto">
              <a:xfrm>
                <a:off x="7580991" y="5763105"/>
                <a:ext cx="1283284" cy="296779"/>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NRL</a:t>
                </a:r>
              </a:p>
              <a:p>
                <a:pPr eaLnBrk="1" hangingPunct="1">
                  <a:lnSpc>
                    <a:spcPts val="800"/>
                  </a:lnSpc>
                  <a:defRPr/>
                </a:pPr>
                <a:r>
                  <a:rPr lang="en-US" sz="700" kern="0" dirty="0">
                    <a:solidFill>
                      <a:srgbClr val="003399"/>
                    </a:solidFill>
                    <a:latin typeface="Arial" charset="0"/>
                    <a:cs typeface="Arial" charset="0"/>
                  </a:rPr>
                  <a:t>Systems Engineering Support</a:t>
                </a:r>
              </a:p>
            </p:txBody>
          </p:sp>
          <p:sp>
            <p:nvSpPr>
              <p:cNvPr id="226" name="Text Box 98"/>
              <p:cNvSpPr txBox="1">
                <a:spLocks noChangeArrowheads="1"/>
              </p:cNvSpPr>
              <p:nvPr/>
            </p:nvSpPr>
            <p:spPr bwMode="auto">
              <a:xfrm>
                <a:off x="7541761" y="4818990"/>
                <a:ext cx="1276906" cy="345517"/>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PEO IWS</a:t>
                </a:r>
              </a:p>
              <a:p>
                <a:pPr eaLnBrk="1" hangingPunct="1">
                  <a:lnSpc>
                    <a:spcPts val="800"/>
                  </a:lnSpc>
                  <a:defRPr/>
                </a:pPr>
                <a:r>
                  <a:rPr lang="en-US" sz="700" kern="0" dirty="0">
                    <a:solidFill>
                      <a:srgbClr val="003399"/>
                    </a:solidFill>
                    <a:latin typeface="Arial" charset="0"/>
                    <a:cs typeface="Arial" charset="0"/>
                  </a:rPr>
                  <a:t>Navy Management</a:t>
                </a:r>
              </a:p>
            </p:txBody>
          </p:sp>
          <p:sp>
            <p:nvSpPr>
              <p:cNvPr id="227" name="Text Box 97"/>
              <p:cNvSpPr txBox="1">
                <a:spLocks noChangeArrowheads="1"/>
              </p:cNvSpPr>
              <p:nvPr/>
            </p:nvSpPr>
            <p:spPr bwMode="auto">
              <a:xfrm>
                <a:off x="6937756" y="6155731"/>
                <a:ext cx="1050925" cy="340319"/>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SPA</a:t>
                </a:r>
              </a:p>
              <a:p>
                <a:pPr eaLnBrk="1" hangingPunct="1">
                  <a:lnSpc>
                    <a:spcPts val="800"/>
                  </a:lnSpc>
                  <a:defRPr/>
                </a:pPr>
                <a:r>
                  <a:rPr lang="en-US" sz="700" kern="0" dirty="0">
                    <a:solidFill>
                      <a:srgbClr val="003399"/>
                    </a:solidFill>
                    <a:latin typeface="Arial" charset="0"/>
                    <a:cs typeface="Arial" charset="0"/>
                  </a:rPr>
                  <a:t>Program Support</a:t>
                </a:r>
              </a:p>
            </p:txBody>
          </p:sp>
          <p:sp>
            <p:nvSpPr>
              <p:cNvPr id="228" name="Line 61"/>
              <p:cNvSpPr>
                <a:spLocks noChangeShapeType="1"/>
              </p:cNvSpPr>
              <p:nvPr/>
            </p:nvSpPr>
            <p:spPr bwMode="auto">
              <a:xfrm flipH="1">
                <a:off x="6689713" y="2141908"/>
                <a:ext cx="893405" cy="1028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29" name="Line 61"/>
              <p:cNvSpPr>
                <a:spLocks noChangeShapeType="1"/>
              </p:cNvSpPr>
              <p:nvPr/>
            </p:nvSpPr>
            <p:spPr bwMode="auto">
              <a:xfrm flipV="1">
                <a:off x="6355410" y="3829135"/>
                <a:ext cx="38232" cy="215990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30" name="Rectangle 69"/>
              <p:cNvSpPr>
                <a:spLocks noChangeArrowheads="1"/>
              </p:cNvSpPr>
              <p:nvPr/>
            </p:nvSpPr>
            <p:spPr bwMode="auto">
              <a:xfrm>
                <a:off x="5745481" y="5989037"/>
                <a:ext cx="1050925"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SCSC Wallops Is.</a:t>
                </a:r>
              </a:p>
              <a:p>
                <a:pPr eaLnBrk="1" hangingPunct="1">
                  <a:lnSpc>
                    <a:spcPts val="800"/>
                  </a:lnSpc>
                  <a:defRPr/>
                </a:pPr>
                <a:r>
                  <a:rPr lang="en-US" sz="700" kern="0" dirty="0">
                    <a:solidFill>
                      <a:srgbClr val="003399"/>
                    </a:solidFill>
                    <a:latin typeface="Arial" charset="0"/>
                    <a:cs typeface="Arial" charset="0"/>
                  </a:rPr>
                  <a:t>Test and Evaluation Support</a:t>
                </a:r>
              </a:p>
            </p:txBody>
          </p:sp>
          <p:sp>
            <p:nvSpPr>
              <p:cNvPr id="231" name="Line 61"/>
              <p:cNvSpPr>
                <a:spLocks noChangeShapeType="1"/>
              </p:cNvSpPr>
              <p:nvPr/>
            </p:nvSpPr>
            <p:spPr bwMode="auto">
              <a:xfrm flipV="1">
                <a:off x="4638936" y="4509268"/>
                <a:ext cx="1130259" cy="11731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32" name="Rectangle 69"/>
              <p:cNvSpPr>
                <a:spLocks noChangeArrowheads="1"/>
              </p:cNvSpPr>
              <p:nvPr/>
            </p:nvSpPr>
            <p:spPr bwMode="auto">
              <a:xfrm>
                <a:off x="3591838" y="5695298"/>
                <a:ext cx="1050925"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GTRI</a:t>
                </a:r>
              </a:p>
              <a:p>
                <a:pPr eaLnBrk="1" hangingPunct="1">
                  <a:lnSpc>
                    <a:spcPts val="800"/>
                  </a:lnSpc>
                  <a:defRPr/>
                </a:pPr>
                <a:r>
                  <a:rPr lang="en-US" sz="700" kern="0" dirty="0">
                    <a:solidFill>
                      <a:srgbClr val="003399"/>
                    </a:solidFill>
                    <a:latin typeface="Arial" charset="0"/>
                    <a:cs typeface="Arial" charset="0"/>
                  </a:rPr>
                  <a:t>Systems Engineering Support</a:t>
                </a:r>
              </a:p>
            </p:txBody>
          </p:sp>
          <p:sp>
            <p:nvSpPr>
              <p:cNvPr id="233" name="Line 61"/>
              <p:cNvSpPr>
                <a:spLocks noChangeShapeType="1"/>
              </p:cNvSpPr>
              <p:nvPr/>
            </p:nvSpPr>
            <p:spPr bwMode="auto">
              <a:xfrm flipH="1">
                <a:off x="6639417" y="1648675"/>
                <a:ext cx="139439" cy="150091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34" name="Rectangle 233"/>
              <p:cNvSpPr>
                <a:spLocks noChangeArrowheads="1"/>
              </p:cNvSpPr>
              <p:nvPr/>
            </p:nvSpPr>
            <p:spPr bwMode="auto">
              <a:xfrm>
                <a:off x="7628307" y="2192877"/>
                <a:ext cx="1265777" cy="50134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dirty="0">
                    <a:solidFill>
                      <a:srgbClr val="003399"/>
                    </a:solidFill>
                    <a:latin typeface="Arial" charset="0"/>
                    <a:cs typeface="Arial" charset="0"/>
                  </a:rPr>
                  <a:t>Raytheon Technologies</a:t>
                </a:r>
              </a:p>
              <a:p>
                <a:pPr eaLnBrk="1" hangingPunct="1">
                  <a:lnSpc>
                    <a:spcPts val="800"/>
                  </a:lnSpc>
                  <a:defRPr/>
                </a:pPr>
                <a:r>
                  <a:rPr lang="en-US" sz="700" kern="0" dirty="0">
                    <a:solidFill>
                      <a:srgbClr val="003399"/>
                    </a:solidFill>
                    <a:latin typeface="Arial" charset="0"/>
                    <a:cs typeface="Arial" charset="0"/>
                  </a:rPr>
                  <a:t>SPY-6 Radar Systems</a:t>
                </a:r>
                <a:r>
                  <a:rPr lang="en-US" sz="700" kern="0" baseline="0" dirty="0">
                    <a:solidFill>
                      <a:srgbClr val="003399"/>
                    </a:solidFill>
                    <a:latin typeface="Arial" charset="0"/>
                    <a:cs typeface="Arial" charset="0"/>
                  </a:rPr>
                  <a:t> Prime, Digital Control and Processing</a:t>
                </a:r>
                <a:endParaRPr lang="en-US" sz="700" kern="0" dirty="0">
                  <a:solidFill>
                    <a:srgbClr val="003399"/>
                  </a:solidFill>
                  <a:latin typeface="Arial" charset="0"/>
                  <a:cs typeface="Arial" charset="0"/>
                </a:endParaRPr>
              </a:p>
            </p:txBody>
          </p:sp>
          <p:sp>
            <p:nvSpPr>
              <p:cNvPr id="235" name="Rectangle 234"/>
              <p:cNvSpPr>
                <a:spLocks noChangeArrowheads="1"/>
              </p:cNvSpPr>
              <p:nvPr/>
            </p:nvSpPr>
            <p:spPr bwMode="auto">
              <a:xfrm>
                <a:off x="2302652" y="5799137"/>
                <a:ext cx="1106424"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a:solidFill>
                      <a:srgbClr val="003399"/>
                    </a:solidFill>
                    <a:latin typeface="Arial" charset="0"/>
                    <a:cs typeface="Arial" charset="0"/>
                  </a:rPr>
                  <a:t>General Dynamics</a:t>
                </a:r>
                <a:r>
                  <a:rPr lang="en-US" sz="800" b="1" kern="0" baseline="0">
                    <a:solidFill>
                      <a:srgbClr val="003399"/>
                    </a:solidFill>
                    <a:latin typeface="Arial" charset="0"/>
                    <a:cs typeface="Arial" charset="0"/>
                  </a:rPr>
                  <a:t> Mission Systems</a:t>
                </a:r>
              </a:p>
              <a:p>
                <a:pPr eaLnBrk="1" hangingPunct="1">
                  <a:lnSpc>
                    <a:spcPts val="800"/>
                  </a:lnSpc>
                  <a:defRPr/>
                </a:pPr>
                <a:r>
                  <a:rPr lang="en-US" sz="700" kern="0">
                    <a:solidFill>
                      <a:srgbClr val="003399"/>
                    </a:solidFill>
                    <a:latin typeface="Arial" charset="0"/>
                    <a:cs typeface="Arial" charset="0"/>
                  </a:rPr>
                  <a:t>Antenna RF and Power Modules</a:t>
                </a:r>
                <a:r>
                  <a:rPr lang="en-US" sz="700" kern="0" baseline="0">
                    <a:solidFill>
                      <a:srgbClr val="003399"/>
                    </a:solidFill>
                    <a:latin typeface="Arial" charset="0"/>
                    <a:cs typeface="Arial" charset="0"/>
                  </a:rPr>
                  <a:t> </a:t>
                </a:r>
                <a:endParaRPr lang="en-US" sz="700" kern="0">
                  <a:solidFill>
                    <a:srgbClr val="003399"/>
                  </a:solidFill>
                  <a:latin typeface="Arial" charset="0"/>
                  <a:cs typeface="Arial" charset="0"/>
                </a:endParaRPr>
              </a:p>
            </p:txBody>
          </p:sp>
          <p:sp>
            <p:nvSpPr>
              <p:cNvPr id="236" name="Line 61"/>
              <p:cNvSpPr>
                <a:spLocks noChangeShapeType="1"/>
              </p:cNvSpPr>
              <p:nvPr/>
            </p:nvSpPr>
            <p:spPr bwMode="auto">
              <a:xfrm flipH="1" flipV="1">
                <a:off x="2574483" y="4526087"/>
                <a:ext cx="658715" cy="128190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37" name="Rectangle 236"/>
              <p:cNvSpPr>
                <a:spLocks noChangeArrowheads="1"/>
              </p:cNvSpPr>
              <p:nvPr/>
            </p:nvSpPr>
            <p:spPr bwMode="auto">
              <a:xfrm>
                <a:off x="7560764" y="4257598"/>
                <a:ext cx="1107830"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dirty="0">
                    <a:solidFill>
                      <a:srgbClr val="003399"/>
                    </a:solidFill>
                    <a:latin typeface="Arial" charset="0"/>
                    <a:cs typeface="Arial" charset="0"/>
                  </a:rPr>
                  <a:t>Northrop Grumman Corp</a:t>
                </a:r>
                <a:endParaRPr lang="en-US" sz="800" b="1" kern="0" baseline="0" dirty="0">
                  <a:solidFill>
                    <a:srgbClr val="003399"/>
                  </a:solidFill>
                  <a:latin typeface="Arial" charset="0"/>
                  <a:cs typeface="Arial" charset="0"/>
                </a:endParaRPr>
              </a:p>
              <a:p>
                <a:pPr eaLnBrk="1" hangingPunct="1">
                  <a:lnSpc>
                    <a:spcPts val="800"/>
                  </a:lnSpc>
                  <a:defRPr/>
                </a:pPr>
                <a:r>
                  <a:rPr lang="en-US" sz="700" kern="0" dirty="0">
                    <a:solidFill>
                      <a:srgbClr val="003399"/>
                    </a:solidFill>
                    <a:latin typeface="Arial" charset="0"/>
                    <a:cs typeface="Arial" charset="0"/>
                  </a:rPr>
                  <a:t>AMDR Main and Array Power Eqpt</a:t>
                </a:r>
              </a:p>
            </p:txBody>
          </p:sp>
          <p:sp>
            <p:nvSpPr>
              <p:cNvPr id="238" name="Line 60"/>
              <p:cNvSpPr>
                <a:spLocks noChangeShapeType="1"/>
              </p:cNvSpPr>
              <p:nvPr/>
            </p:nvSpPr>
            <p:spPr bwMode="auto">
              <a:xfrm flipH="1" flipV="1">
                <a:off x="6288264" y="3673851"/>
                <a:ext cx="1299396" cy="58300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39" name="Rectangle 238"/>
              <p:cNvSpPr>
                <a:spLocks noChangeArrowheads="1"/>
              </p:cNvSpPr>
              <p:nvPr/>
            </p:nvSpPr>
            <p:spPr bwMode="auto">
              <a:xfrm>
                <a:off x="3144438" y="2116868"/>
                <a:ext cx="1107830"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a:solidFill>
                      <a:srgbClr val="003399"/>
                    </a:solidFill>
                    <a:latin typeface="Arial" charset="0"/>
                    <a:cs typeface="Arial" charset="0"/>
                  </a:rPr>
                  <a:t>Espey Mfg &amp; Electronics Corp</a:t>
                </a:r>
                <a:endParaRPr lang="en-US" sz="800" b="1" kern="0" baseline="0">
                  <a:solidFill>
                    <a:srgbClr val="003399"/>
                  </a:solidFill>
                  <a:latin typeface="Arial" charset="0"/>
                  <a:cs typeface="Arial" charset="0"/>
                </a:endParaRPr>
              </a:p>
              <a:p>
                <a:pPr eaLnBrk="1" hangingPunct="1">
                  <a:lnSpc>
                    <a:spcPts val="800"/>
                  </a:lnSpc>
                  <a:defRPr/>
                </a:pPr>
                <a:r>
                  <a:rPr lang="en-US" sz="700" kern="0">
                    <a:solidFill>
                      <a:srgbClr val="003399"/>
                    </a:solidFill>
                    <a:latin typeface="Arial" charset="0"/>
                    <a:cs typeface="Arial" charset="0"/>
                  </a:rPr>
                  <a:t>Uninterruptable</a:t>
                </a:r>
                <a:r>
                  <a:rPr lang="en-US" sz="700" kern="0" baseline="0">
                    <a:solidFill>
                      <a:srgbClr val="003399"/>
                    </a:solidFill>
                    <a:latin typeface="Arial" charset="0"/>
                    <a:cs typeface="Arial" charset="0"/>
                  </a:rPr>
                  <a:t> Power Supply</a:t>
                </a:r>
                <a:endParaRPr lang="en-US" sz="700" kern="0">
                  <a:solidFill>
                    <a:srgbClr val="003399"/>
                  </a:solidFill>
                  <a:latin typeface="Arial" charset="0"/>
                  <a:cs typeface="Arial" charset="0"/>
                </a:endParaRPr>
              </a:p>
            </p:txBody>
          </p:sp>
          <p:sp>
            <p:nvSpPr>
              <p:cNvPr id="240" name="Line 61"/>
              <p:cNvSpPr>
                <a:spLocks noChangeShapeType="1"/>
              </p:cNvSpPr>
              <p:nvPr/>
            </p:nvSpPr>
            <p:spPr bwMode="auto">
              <a:xfrm>
                <a:off x="3882449" y="2598215"/>
                <a:ext cx="2358350" cy="6364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41" name="Line 61"/>
              <p:cNvSpPr>
                <a:spLocks noChangeShapeType="1"/>
              </p:cNvSpPr>
              <p:nvPr/>
            </p:nvSpPr>
            <p:spPr bwMode="auto">
              <a:xfrm flipH="1">
                <a:off x="6451008" y="3062318"/>
                <a:ext cx="1204313" cy="41322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42" name="Line 61"/>
              <p:cNvSpPr>
                <a:spLocks noChangeShapeType="1"/>
              </p:cNvSpPr>
              <p:nvPr/>
            </p:nvSpPr>
            <p:spPr bwMode="auto">
              <a:xfrm>
                <a:off x="5479908" y="1999204"/>
                <a:ext cx="1103795" cy="102807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43" name="Rectangle 242"/>
              <p:cNvSpPr>
                <a:spLocks noChangeArrowheads="1"/>
              </p:cNvSpPr>
              <p:nvPr/>
            </p:nvSpPr>
            <p:spPr bwMode="auto">
              <a:xfrm>
                <a:off x="5018611" y="1539971"/>
                <a:ext cx="1107830"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dirty="0">
                    <a:solidFill>
                      <a:srgbClr val="003399"/>
                    </a:solidFill>
                    <a:latin typeface="Arial" charset="0"/>
                    <a:cs typeface="Arial" charset="0"/>
                  </a:rPr>
                  <a:t>Arc Technology Solutions</a:t>
                </a:r>
                <a:endParaRPr lang="en-US" sz="800" b="1" kern="0" baseline="0" dirty="0">
                  <a:solidFill>
                    <a:srgbClr val="003399"/>
                  </a:solidFill>
                  <a:latin typeface="Arial" charset="0"/>
                  <a:cs typeface="Arial" charset="0"/>
                </a:endParaRPr>
              </a:p>
              <a:p>
                <a:pPr eaLnBrk="1" hangingPunct="1">
                  <a:lnSpc>
                    <a:spcPts val="800"/>
                  </a:lnSpc>
                  <a:defRPr/>
                </a:pPr>
                <a:r>
                  <a:rPr lang="en-US" sz="700" kern="0" dirty="0">
                    <a:solidFill>
                      <a:srgbClr val="003399"/>
                    </a:solidFill>
                    <a:latin typeface="Arial" charset="0"/>
                    <a:cs typeface="Arial" charset="0"/>
                  </a:rPr>
                  <a:t>Electronics Assembly Cabinet</a:t>
                </a:r>
              </a:p>
            </p:txBody>
          </p:sp>
          <p:sp>
            <p:nvSpPr>
              <p:cNvPr id="244" name="Rectangle 243"/>
              <p:cNvSpPr>
                <a:spLocks noChangeArrowheads="1"/>
              </p:cNvSpPr>
              <p:nvPr/>
            </p:nvSpPr>
            <p:spPr bwMode="auto">
              <a:xfrm>
                <a:off x="339105" y="4466975"/>
                <a:ext cx="1107830"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a:solidFill>
                      <a:srgbClr val="003399"/>
                    </a:solidFill>
                    <a:latin typeface="Arial" charset="0"/>
                    <a:cs typeface="Arial" charset="0"/>
                  </a:rPr>
                  <a:t>MSM Industries</a:t>
                </a:r>
                <a:endParaRPr lang="en-US" sz="800" b="1" kern="0" baseline="0">
                  <a:solidFill>
                    <a:srgbClr val="003399"/>
                  </a:solidFill>
                  <a:latin typeface="Arial" charset="0"/>
                  <a:cs typeface="Arial" charset="0"/>
                </a:endParaRPr>
              </a:p>
              <a:p>
                <a:pPr eaLnBrk="1" hangingPunct="1">
                  <a:lnSpc>
                    <a:spcPts val="800"/>
                  </a:lnSpc>
                  <a:defRPr/>
                </a:pPr>
                <a:r>
                  <a:rPr lang="en-US" sz="700" kern="0">
                    <a:solidFill>
                      <a:srgbClr val="003399"/>
                    </a:solidFill>
                    <a:latin typeface="Arial" charset="0"/>
                    <a:cs typeface="Arial" charset="0"/>
                  </a:rPr>
                  <a:t>Arc-Fault</a:t>
                </a:r>
                <a:r>
                  <a:rPr lang="en-US" sz="700" kern="0" baseline="0">
                    <a:solidFill>
                      <a:srgbClr val="003399"/>
                    </a:solidFill>
                    <a:latin typeface="Arial" charset="0"/>
                    <a:cs typeface="Arial" charset="0"/>
                  </a:rPr>
                  <a:t> Detector, Array Mounting Kits</a:t>
                </a:r>
                <a:endParaRPr lang="en-US" sz="700" kern="0">
                  <a:solidFill>
                    <a:srgbClr val="003399"/>
                  </a:solidFill>
                  <a:latin typeface="Arial" charset="0"/>
                  <a:cs typeface="Arial" charset="0"/>
                </a:endParaRPr>
              </a:p>
            </p:txBody>
          </p:sp>
          <p:sp>
            <p:nvSpPr>
              <p:cNvPr id="245" name="Line 61"/>
              <p:cNvSpPr>
                <a:spLocks noChangeShapeType="1"/>
              </p:cNvSpPr>
              <p:nvPr/>
            </p:nvSpPr>
            <p:spPr bwMode="auto">
              <a:xfrm>
                <a:off x="1161969" y="4077743"/>
                <a:ext cx="636863" cy="2235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46" name="Rectangle 245"/>
              <p:cNvSpPr>
                <a:spLocks noChangeArrowheads="1"/>
              </p:cNvSpPr>
              <p:nvPr/>
            </p:nvSpPr>
            <p:spPr bwMode="auto">
              <a:xfrm>
                <a:off x="7646964" y="2719710"/>
                <a:ext cx="1107830"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a:solidFill>
                      <a:srgbClr val="003399"/>
                    </a:solidFill>
                    <a:latin typeface="Arial" charset="0"/>
                    <a:cs typeface="Arial" charset="0"/>
                  </a:rPr>
                  <a:t>Becon Inc</a:t>
                </a:r>
                <a:endParaRPr lang="en-US" sz="800" b="1" kern="0" baseline="0">
                  <a:solidFill>
                    <a:srgbClr val="003399"/>
                  </a:solidFill>
                  <a:latin typeface="Arial" charset="0"/>
                  <a:cs typeface="Arial" charset="0"/>
                </a:endParaRPr>
              </a:p>
              <a:p>
                <a:pPr eaLnBrk="1" hangingPunct="1">
                  <a:lnSpc>
                    <a:spcPts val="800"/>
                  </a:lnSpc>
                  <a:defRPr/>
                </a:pPr>
                <a:r>
                  <a:rPr lang="en-US" sz="700" kern="0">
                    <a:solidFill>
                      <a:srgbClr val="003399"/>
                    </a:solidFill>
                    <a:latin typeface="Arial" charset="0"/>
                    <a:cs typeface="Arial" charset="0"/>
                  </a:rPr>
                  <a:t>Cooling</a:t>
                </a:r>
                <a:r>
                  <a:rPr lang="en-US" sz="700" kern="0" baseline="0">
                    <a:solidFill>
                      <a:srgbClr val="003399"/>
                    </a:solidFill>
                    <a:latin typeface="Arial" charset="0"/>
                    <a:cs typeface="Arial" charset="0"/>
                  </a:rPr>
                  <a:t> Equipment</a:t>
                </a:r>
                <a:endParaRPr lang="en-US" sz="700" kern="0">
                  <a:solidFill>
                    <a:srgbClr val="003399"/>
                  </a:solidFill>
                  <a:latin typeface="Arial" charset="0"/>
                  <a:cs typeface="Arial" charset="0"/>
                </a:endParaRPr>
              </a:p>
            </p:txBody>
          </p:sp>
          <p:sp>
            <p:nvSpPr>
              <p:cNvPr id="247" name="Rectangle 246"/>
              <p:cNvSpPr>
                <a:spLocks noChangeArrowheads="1"/>
              </p:cNvSpPr>
              <p:nvPr/>
            </p:nvSpPr>
            <p:spPr bwMode="auto">
              <a:xfrm>
                <a:off x="4468018" y="2242945"/>
                <a:ext cx="1107830" cy="419101"/>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a:solidFill>
                      <a:srgbClr val="003399"/>
                    </a:solidFill>
                    <a:latin typeface="Arial" charset="0"/>
                    <a:cs typeface="Arial" charset="0"/>
                  </a:rPr>
                  <a:t>Whitmor Co</a:t>
                </a:r>
                <a:endParaRPr lang="en-US" sz="800" b="1" kern="0" baseline="0">
                  <a:solidFill>
                    <a:srgbClr val="003399"/>
                  </a:solidFill>
                  <a:latin typeface="Arial" charset="0"/>
                  <a:cs typeface="Arial" charset="0"/>
                </a:endParaRPr>
              </a:p>
              <a:p>
                <a:pPr eaLnBrk="1" hangingPunct="1">
                  <a:lnSpc>
                    <a:spcPts val="800"/>
                  </a:lnSpc>
                  <a:defRPr/>
                </a:pPr>
                <a:r>
                  <a:rPr lang="en-US" sz="700" kern="0">
                    <a:solidFill>
                      <a:srgbClr val="003399"/>
                    </a:solidFill>
                    <a:latin typeface="Arial" charset="0"/>
                    <a:cs typeface="Arial" charset="0"/>
                  </a:rPr>
                  <a:t>Breaker Panels</a:t>
                </a:r>
              </a:p>
            </p:txBody>
          </p:sp>
          <p:sp>
            <p:nvSpPr>
              <p:cNvPr id="248" name="Line 61"/>
              <p:cNvSpPr>
                <a:spLocks noChangeShapeType="1"/>
              </p:cNvSpPr>
              <p:nvPr/>
            </p:nvSpPr>
            <p:spPr bwMode="auto">
              <a:xfrm>
                <a:off x="5581466" y="2493257"/>
                <a:ext cx="1049794" cy="70553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49" name="Rectangle 248"/>
              <p:cNvSpPr>
                <a:spLocks noChangeArrowheads="1"/>
              </p:cNvSpPr>
              <p:nvPr/>
            </p:nvSpPr>
            <p:spPr bwMode="auto">
              <a:xfrm>
                <a:off x="4735739" y="5437730"/>
                <a:ext cx="1107830"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a:solidFill>
                      <a:srgbClr val="003399"/>
                    </a:solidFill>
                    <a:latin typeface="Arial" charset="0"/>
                    <a:cs typeface="Arial" charset="0"/>
                  </a:rPr>
                  <a:t>Nova Power Solutions</a:t>
                </a:r>
                <a:r>
                  <a:rPr lang="en-US" sz="800" b="1" kern="0" baseline="0">
                    <a:solidFill>
                      <a:srgbClr val="003399"/>
                    </a:solidFill>
                    <a:latin typeface="Arial" charset="0"/>
                    <a:cs typeface="Arial" charset="0"/>
                  </a:rPr>
                  <a:t> Inc</a:t>
                </a:r>
              </a:p>
              <a:p>
                <a:pPr eaLnBrk="1" hangingPunct="1">
                  <a:lnSpc>
                    <a:spcPts val="800"/>
                  </a:lnSpc>
                  <a:defRPr/>
                </a:pPr>
                <a:r>
                  <a:rPr lang="en-US" sz="700" kern="0">
                    <a:solidFill>
                      <a:srgbClr val="003399"/>
                    </a:solidFill>
                    <a:latin typeface="Arial" charset="0"/>
                    <a:cs typeface="Arial" charset="0"/>
                  </a:rPr>
                  <a:t>EASR Prime Power Equipment</a:t>
                </a:r>
              </a:p>
            </p:txBody>
          </p:sp>
          <p:sp>
            <p:nvSpPr>
              <p:cNvPr id="250" name="Line 61"/>
              <p:cNvSpPr>
                <a:spLocks noChangeShapeType="1"/>
              </p:cNvSpPr>
              <p:nvPr/>
            </p:nvSpPr>
            <p:spPr bwMode="auto">
              <a:xfrm flipV="1">
                <a:off x="5849515" y="3761866"/>
                <a:ext cx="382942" cy="170625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51" name="Rectangle 250"/>
              <p:cNvSpPr>
                <a:spLocks noChangeArrowheads="1"/>
              </p:cNvSpPr>
              <p:nvPr/>
            </p:nvSpPr>
            <p:spPr bwMode="auto">
              <a:xfrm>
                <a:off x="7301692" y="1770700"/>
                <a:ext cx="1622201" cy="377414"/>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a:solidFill>
                      <a:srgbClr val="003399"/>
                    </a:solidFill>
                    <a:latin typeface="Arial" charset="0"/>
                    <a:cs typeface="Arial" charset="0"/>
                  </a:rPr>
                  <a:t>Raytheon Technologies</a:t>
                </a:r>
              </a:p>
              <a:p>
                <a:pPr eaLnBrk="1" hangingPunct="1">
                  <a:lnSpc>
                    <a:spcPts val="800"/>
                  </a:lnSpc>
                  <a:defRPr/>
                </a:pPr>
                <a:r>
                  <a:rPr lang="en-US" sz="700" kern="0">
                    <a:solidFill>
                      <a:srgbClr val="003399"/>
                    </a:solidFill>
                    <a:latin typeface="Arial" charset="0"/>
                    <a:cs typeface="Arial" charset="0"/>
                  </a:rPr>
                  <a:t>SPY-6 Radar Systems</a:t>
                </a:r>
                <a:r>
                  <a:rPr lang="en-US" sz="700" kern="0" baseline="0">
                    <a:solidFill>
                      <a:srgbClr val="003399"/>
                    </a:solidFill>
                    <a:latin typeface="Arial" charset="0"/>
                    <a:cs typeface="Arial" charset="0"/>
                  </a:rPr>
                  <a:t> Prime, Arrays, Combat System Integration</a:t>
                </a:r>
                <a:endParaRPr lang="en-US" sz="700" kern="0">
                  <a:solidFill>
                    <a:srgbClr val="003399"/>
                  </a:solidFill>
                  <a:latin typeface="Arial" charset="0"/>
                  <a:cs typeface="Arial" charset="0"/>
                </a:endParaRPr>
              </a:p>
            </p:txBody>
          </p:sp>
          <p:sp>
            <p:nvSpPr>
              <p:cNvPr id="252" name="Rectangle 69"/>
              <p:cNvSpPr>
                <a:spLocks noChangeArrowheads="1"/>
              </p:cNvSpPr>
              <p:nvPr/>
            </p:nvSpPr>
            <p:spPr bwMode="auto">
              <a:xfrm>
                <a:off x="6157963" y="1329160"/>
                <a:ext cx="1305256" cy="375844"/>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eaLnBrk="1" hangingPunct="1">
                  <a:lnSpc>
                    <a:spcPts val="800"/>
                  </a:lnSpc>
                  <a:defRPr/>
                </a:pPr>
                <a:r>
                  <a:rPr lang="en-US" sz="800" b="1" kern="0" dirty="0">
                    <a:solidFill>
                      <a:srgbClr val="003399"/>
                    </a:solidFill>
                    <a:latin typeface="Arial" charset="0"/>
                    <a:cs typeface="Arial" charset="0"/>
                  </a:rPr>
                  <a:t>MIT/LL</a:t>
                </a:r>
              </a:p>
              <a:p>
                <a:pPr eaLnBrk="1" hangingPunct="1">
                  <a:lnSpc>
                    <a:spcPts val="800"/>
                  </a:lnSpc>
                  <a:defRPr/>
                </a:pPr>
                <a:r>
                  <a:rPr lang="en-US" sz="700" kern="0" dirty="0">
                    <a:solidFill>
                      <a:srgbClr val="003399"/>
                    </a:solidFill>
                    <a:latin typeface="Arial" charset="0"/>
                    <a:cs typeface="Arial" charset="0"/>
                  </a:rPr>
                  <a:t>Systems Engineering Support</a:t>
                </a:r>
              </a:p>
            </p:txBody>
          </p:sp>
        </p:grpSp>
        <p:sp>
          <p:nvSpPr>
            <p:cNvPr id="142" name="Line 57"/>
            <p:cNvSpPr>
              <a:spLocks noChangeShapeType="1"/>
            </p:cNvSpPr>
            <p:nvPr/>
          </p:nvSpPr>
          <p:spPr bwMode="auto">
            <a:xfrm flipV="1">
              <a:off x="1370751" y="4551804"/>
              <a:ext cx="688738" cy="60890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143" name="Rectangle 142"/>
            <p:cNvSpPr>
              <a:spLocks noChangeArrowheads="1"/>
            </p:cNvSpPr>
            <p:nvPr/>
          </p:nvSpPr>
          <p:spPr bwMode="auto">
            <a:xfrm>
              <a:off x="271327" y="4991144"/>
              <a:ext cx="1107830" cy="45720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wrap="square" lIns="73152" rIns="27432" bIns="26975"/>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lnSpc>
                  <a:spcPts val="800"/>
                </a:lnSpc>
                <a:defRPr/>
              </a:pPr>
              <a:r>
                <a:rPr lang="en-US" sz="800" b="1" kern="0" dirty="0" err="1" smtClean="0">
                  <a:solidFill>
                    <a:srgbClr val="003399"/>
                  </a:solidFill>
                  <a:latin typeface="Arial" charset="0"/>
                  <a:cs typeface="Arial" charset="0"/>
                </a:rPr>
                <a:t>Cobham</a:t>
              </a:r>
              <a:r>
                <a:rPr lang="en-US" sz="800" b="1" kern="0" dirty="0" smtClean="0">
                  <a:solidFill>
                    <a:srgbClr val="003399"/>
                  </a:solidFill>
                  <a:latin typeface="Arial" charset="0"/>
                  <a:cs typeface="Arial" charset="0"/>
                </a:rPr>
                <a:t> Advanced Electronic Systems</a:t>
              </a:r>
              <a:endParaRPr lang="en-US" sz="800" b="1" kern="0" baseline="0" dirty="0">
                <a:solidFill>
                  <a:srgbClr val="003399"/>
                </a:solidFill>
                <a:latin typeface="Arial" charset="0"/>
                <a:cs typeface="Arial" charset="0"/>
              </a:endParaRPr>
            </a:p>
            <a:p>
              <a:pPr eaLnBrk="1" hangingPunct="1">
                <a:lnSpc>
                  <a:spcPts val="800"/>
                </a:lnSpc>
                <a:defRPr/>
              </a:pPr>
              <a:r>
                <a:rPr lang="en-US" sz="700" kern="0" dirty="0" smtClean="0">
                  <a:solidFill>
                    <a:srgbClr val="003399"/>
                  </a:solidFill>
                  <a:latin typeface="Arial" charset="0"/>
                  <a:cs typeface="Arial" charset="0"/>
                </a:rPr>
                <a:t>Dual Channel Converter</a:t>
              </a:r>
              <a:br>
                <a:rPr lang="en-US" sz="700" kern="0" dirty="0" smtClean="0">
                  <a:solidFill>
                    <a:srgbClr val="003399"/>
                  </a:solidFill>
                  <a:latin typeface="Arial" charset="0"/>
                  <a:cs typeface="Arial" charset="0"/>
                </a:rPr>
              </a:br>
              <a:r>
                <a:rPr lang="en-US" sz="700" kern="0" dirty="0" smtClean="0">
                  <a:solidFill>
                    <a:srgbClr val="003399"/>
                  </a:solidFill>
                  <a:latin typeface="Arial" charset="0"/>
                  <a:cs typeface="Arial" charset="0"/>
                </a:rPr>
                <a:t>Aux Power Controller</a:t>
              </a:r>
              <a:endParaRPr lang="en-US" sz="700" kern="0" dirty="0">
                <a:solidFill>
                  <a:srgbClr val="003399"/>
                </a:solidFill>
                <a:latin typeface="Arial" charset="0"/>
                <a:cs typeface="Arial" charset="0"/>
              </a:endParaRPr>
            </a:p>
          </p:txBody>
        </p:sp>
      </p:grpSp>
      <p:sp>
        <p:nvSpPr>
          <p:cNvPr id="253" name="Line 61"/>
          <p:cNvSpPr>
            <a:spLocks noChangeShapeType="1"/>
          </p:cNvSpPr>
          <p:nvPr/>
        </p:nvSpPr>
        <p:spPr bwMode="auto">
          <a:xfrm flipH="1">
            <a:off x="6453100" y="3149298"/>
            <a:ext cx="1288992" cy="27658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dirty="0"/>
          </a:p>
        </p:txBody>
      </p:sp>
      <p:sp>
        <p:nvSpPr>
          <p:cNvPr id="254" name="Rectangle 253"/>
          <p:cNvSpPr>
            <a:spLocks noChangeArrowheads="1"/>
          </p:cNvSpPr>
          <p:nvPr/>
        </p:nvSpPr>
        <p:spPr bwMode="auto">
          <a:xfrm>
            <a:off x="7742098" y="3078936"/>
            <a:ext cx="1029714" cy="421960"/>
          </a:xfrm>
          <a:prstGeom prst="rect">
            <a:avLst/>
          </a:prstGeom>
          <a:solidFill>
            <a:srgbClr val="FFFFFF"/>
          </a:solidFill>
          <a:ln w="9525">
            <a:solidFill>
              <a:srgbClr val="000000"/>
            </a:solidFill>
            <a:miter lim="800000"/>
            <a:headEnd/>
            <a:tailEnd/>
          </a:ln>
          <a:effectLst>
            <a:outerShdw dist="35921" dir="2700000" algn="ctr" rotWithShape="0">
              <a:srgbClr val="919191"/>
            </a:outerShdw>
          </a:effectLst>
        </p:spPr>
        <p:txBody>
          <a:bodyPr lIns="73152" rIns="27432" bIns="26975"/>
          <a:lstStyle/>
          <a:p>
            <a:pPr>
              <a:lnSpc>
                <a:spcPts val="800"/>
              </a:lnSpc>
            </a:pPr>
            <a:r>
              <a:rPr lang="en-US" sz="800" b="1" kern="0" dirty="0">
                <a:solidFill>
                  <a:srgbClr val="003399"/>
                </a:solidFill>
                <a:latin typeface="Arial" charset="0"/>
                <a:cs typeface="Arial" charset="0"/>
              </a:rPr>
              <a:t>CSEDS</a:t>
            </a:r>
          </a:p>
          <a:p>
            <a:pPr>
              <a:lnSpc>
                <a:spcPts val="800"/>
              </a:lnSpc>
            </a:pPr>
            <a:r>
              <a:rPr lang="en-US" sz="800" kern="0" dirty="0">
                <a:solidFill>
                  <a:srgbClr val="003399"/>
                </a:solidFill>
                <a:latin typeface="Arial" charset="0"/>
                <a:cs typeface="Arial" charset="0"/>
              </a:rPr>
              <a:t>AEGIS Integration and Test</a:t>
            </a:r>
          </a:p>
        </p:txBody>
      </p:sp>
    </p:spTree>
    <p:extLst>
      <p:ext uri="{BB962C8B-B14F-4D97-AF65-F5344CB8AC3E}">
        <p14:creationId xmlns:p14="http://schemas.microsoft.com/office/powerpoint/2010/main" val="1562909188"/>
      </p:ext>
    </p:extLst>
  </p:cSld>
  <p:clrMapOvr>
    <a:masterClrMapping/>
  </p:clrMapOvr>
  <p:transition spd="med"/>
</p:sld>
</file>

<file path=ppt/theme/theme1.xml><?xml version="1.0" encoding="utf-8"?>
<a:theme xmlns:a="http://schemas.openxmlformats.org/drawingml/2006/main" name="PEO IWS theme">
  <a:themeElements>
    <a:clrScheme name="PEO IWS Theme ORANGE HL">
      <a:dk1>
        <a:srgbClr val="292929"/>
      </a:dk1>
      <a:lt1>
        <a:srgbClr val="FFFFFF"/>
      </a:lt1>
      <a:dk2>
        <a:srgbClr val="103256"/>
      </a:dk2>
      <a:lt2>
        <a:srgbClr val="A49465"/>
      </a:lt2>
      <a:accent1>
        <a:srgbClr val="255793"/>
      </a:accent1>
      <a:accent2>
        <a:srgbClr val="669AD8"/>
      </a:accent2>
      <a:accent3>
        <a:srgbClr val="E0C56E"/>
      </a:accent3>
      <a:accent4>
        <a:srgbClr val="FFC111"/>
      </a:accent4>
      <a:accent5>
        <a:srgbClr val="D4AF37"/>
      </a:accent5>
      <a:accent6>
        <a:srgbClr val="B7B7B7"/>
      </a:accent6>
      <a:hlink>
        <a:srgbClr val="669AD8"/>
      </a:hlink>
      <a:folHlink>
        <a:srgbClr val="FFDC79"/>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1_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1_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1_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1_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1_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1_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1_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1_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1_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1_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EO IWS theme" id="{EB60069F-3F07-40C0-A6AD-5AE8163EF92A}" vid="{BF82DC44-9FFC-405F-9A8E-5FB3760D4A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0e15a99-2787-4658-9a49-e1375a37af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CE74FF56111874F8528354EA601358C" ma:contentTypeVersion="14" ma:contentTypeDescription="Create a new document." ma:contentTypeScope="" ma:versionID="ddcc819daa316e97dc7c71e9bc1c55d6">
  <xsd:schema xmlns:xsd="http://www.w3.org/2001/XMLSchema" xmlns:xs="http://www.w3.org/2001/XMLSchema" xmlns:p="http://schemas.microsoft.com/office/2006/metadata/properties" xmlns:ns3="30e15a99-2787-4658-9a49-e1375a37af84" xmlns:ns4="f29e537e-536d-4c3d-a73c-f40e94626c0e" targetNamespace="http://schemas.microsoft.com/office/2006/metadata/properties" ma:root="true" ma:fieldsID="55c07cf13b142c0589edf0f3a759ade5" ns3:_="" ns4:_="">
    <xsd:import namespace="30e15a99-2787-4658-9a49-e1375a37af84"/>
    <xsd:import namespace="f29e537e-536d-4c3d-a73c-f40e94626c0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e15a99-2787-4658-9a49-e1375a37af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29e537e-536d-4c3d-a73c-f40e94626c0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2EE104-DA18-4CBA-9E65-98DABFBC1256}">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30e15a99-2787-4658-9a49-e1375a37af84"/>
    <ds:schemaRef ds:uri="http://schemas.microsoft.com/office/infopath/2007/PartnerControls"/>
    <ds:schemaRef ds:uri="http://purl.org/dc/elements/1.1/"/>
    <ds:schemaRef ds:uri="f29e537e-536d-4c3d-a73c-f40e94626c0e"/>
    <ds:schemaRef ds:uri="http://www.w3.org/XML/1998/namespace"/>
    <ds:schemaRef ds:uri="http://purl.org/dc/dcmitype/"/>
  </ds:schemaRefs>
</ds:datastoreItem>
</file>

<file path=customXml/itemProps2.xml><?xml version="1.0" encoding="utf-8"?>
<ds:datastoreItem xmlns:ds="http://schemas.openxmlformats.org/officeDocument/2006/customXml" ds:itemID="{E28CF6D9-CF02-43C2-9DD9-898BE27301FD}">
  <ds:schemaRefs>
    <ds:schemaRef ds:uri="http://schemas.microsoft.com/sharepoint/v3/contenttype/forms"/>
  </ds:schemaRefs>
</ds:datastoreItem>
</file>

<file path=customXml/itemProps3.xml><?xml version="1.0" encoding="utf-8"?>
<ds:datastoreItem xmlns:ds="http://schemas.openxmlformats.org/officeDocument/2006/customXml" ds:itemID="{8E9435FB-7935-4187-AD65-886DC6E283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e15a99-2787-4658-9a49-e1375a37af84"/>
    <ds:schemaRef ds:uri="f29e537e-536d-4c3d-a73c-f40e94626c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576</TotalTime>
  <Words>881</Words>
  <Application>Microsoft Office PowerPoint</Application>
  <PresentationFormat>Widescreen</PresentationFormat>
  <Paragraphs>242</Paragraphs>
  <Slides>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Arial Narrow</vt:lpstr>
      <vt:lpstr>Calibri</vt:lpstr>
      <vt:lpstr>Courier New</vt:lpstr>
      <vt:lpstr>Times New Roman</vt:lpstr>
      <vt:lpstr>Verdana</vt:lpstr>
      <vt:lpstr>Wingdings</vt:lpstr>
      <vt:lpstr>PEO IWS theme</vt:lpstr>
      <vt:lpstr>PowerPoint Presentation</vt:lpstr>
      <vt:lpstr>AN/SPY-6 Family of Radars Overview</vt:lpstr>
      <vt:lpstr>AN/SPY-6(V) Modular Design for Scalability</vt:lpstr>
      <vt:lpstr>Outfitting the Fleet</vt:lpstr>
      <vt:lpstr>SPY-6 Variants – Hardware Commonality</vt:lpstr>
      <vt:lpstr>AN/SPY-6(V) Activities 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Dave Denizot</dc:creator>
  <cp:lastModifiedBy>Scott Reed</cp:lastModifiedBy>
  <cp:revision>36</cp:revision>
  <cp:lastPrinted>2020-10-21T18:56:26Z</cp:lastPrinted>
  <dcterms:created xsi:type="dcterms:W3CDTF">2020-07-30T11:16:24Z</dcterms:created>
  <dcterms:modified xsi:type="dcterms:W3CDTF">2023-12-12T13:24:37Z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0x0101002CE74FF56111874F8528354EA601358C</vt:lpwstr>
  </property>
  <property fmtid="{D5CDD505-2E9C-101B-9397-08002B2CF9AE}" pid="3" name="_dlc_DocIdItemGuid">
    <vt:lpwstr>1c711e50-ec6d-4d8e-bb79-4d53bc0544ee</vt:lpwstr>
  </property>
</Properties>
</file>